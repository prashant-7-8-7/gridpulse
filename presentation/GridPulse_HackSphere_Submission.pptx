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e248dbea77f48b7" /><Relationship Type="http://schemas.openxmlformats.org/officeDocument/2006/relationships/extended-properties" Target="/docProps/app.xml" Id="R36d52ff6deec475b" /><Relationship Type="http://schemas.openxmlformats.org/officeDocument/2006/relationships/officeDocument" Target="/ppt/presentation.xml" Id="R22e2b203dedc49c1" /></Relationships>
</file>

<file path=ppt/presentation.xml><?xml version="1.0" encoding="utf-8"?>
<p:presentation xmlns:p="http://schemas.openxmlformats.org/presentationml/2006/main">
  <p:sldMasterIdLst>
    <p:sldMasterId xmlns:r="http://schemas.openxmlformats.org/officeDocument/2006/relationships" id="2147483648" r:id="Rcb2eb66de12242bb"/>
  </p:sldMasterIdLst>
  <p:notesMasterIdLst>
    <p:notesMasterId xmlns:r="http://schemas.openxmlformats.org/officeDocument/2006/relationships" r:id="R3c575577b66c48d8"/>
  </p:notesMasterIdLst>
  <p:sldIdLst>
    <p:sldId xmlns:r="http://schemas.openxmlformats.org/officeDocument/2006/relationships" id="256" r:id="R4920e5c26a6c4b51"/>
    <p:sldId xmlns:r="http://schemas.openxmlformats.org/officeDocument/2006/relationships" id="257" r:id="R51adc9f60342443a"/>
    <p:sldId xmlns:r="http://schemas.openxmlformats.org/officeDocument/2006/relationships" id="258" r:id="R4e8399217a2b4656"/>
    <p:sldId xmlns:r="http://schemas.openxmlformats.org/officeDocument/2006/relationships" id="259" r:id="Ree7d440d6dd94b14"/>
    <p:sldId xmlns:r="http://schemas.openxmlformats.org/officeDocument/2006/relationships" id="260" r:id="R736dd41192aa46a6"/>
    <p:sldId xmlns:r="http://schemas.openxmlformats.org/officeDocument/2006/relationships" id="261" r:id="Rf867cbc2ccea4a79"/>
    <p:sldId xmlns:r="http://schemas.openxmlformats.org/officeDocument/2006/relationships" id="262" r:id="Rff0754bf88e54007"/>
    <p:sldId xmlns:r="http://schemas.openxmlformats.org/officeDocument/2006/relationships" id="263" r:id="Re41215ff67944b90"/>
    <p:sldId xmlns:r="http://schemas.openxmlformats.org/officeDocument/2006/relationships" id="264" r:id="R47d4befff8ef4a29"/>
    <p:sldId xmlns:r="http://schemas.openxmlformats.org/officeDocument/2006/relationships" id="265" r:id="R3bd784afa4d04744"/>
    <p:sldId xmlns:r="http://schemas.openxmlformats.org/officeDocument/2006/relationships" id="266" r:id="R1051bc8655274f12"/>
    <p:sldId xmlns:r="http://schemas.openxmlformats.org/officeDocument/2006/relationships" id="267" r:id="Re36f15f8f8d847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d81adb1d94490f" /><Relationship Type="http://schemas.openxmlformats.org/officeDocument/2006/relationships/slideMaster" Target="/ppt/slideMasters/slideMaster1.xml" Id="Rcb2eb66de12242bb" /><Relationship Type="http://schemas.openxmlformats.org/officeDocument/2006/relationships/notesMaster" Target="/ppt/notesMasters/notesMaster1.xml" Id="R3c575577b66c48d8" /><Relationship Type="http://schemas.openxmlformats.org/officeDocument/2006/relationships/presProps" Target="/ppt/presProps.xml" Id="R944c71ed90774682" /><Relationship Type="http://schemas.openxmlformats.org/officeDocument/2006/relationships/tableStyles" Target="/ppt/tableStyles.xml" Id="Rceb113c4e28f4baa" /><Relationship Type="http://schemas.openxmlformats.org/officeDocument/2006/relationships/slide" Target="/ppt/slides/slide1.xml" Id="R4920e5c26a6c4b51" /><Relationship Type="http://schemas.openxmlformats.org/officeDocument/2006/relationships/slide" Target="/ppt/slides/slide2.xml" Id="R51adc9f60342443a" /><Relationship Type="http://schemas.openxmlformats.org/officeDocument/2006/relationships/slide" Target="/ppt/slides/slide3.xml" Id="R4e8399217a2b4656" /><Relationship Type="http://schemas.openxmlformats.org/officeDocument/2006/relationships/slide" Target="/ppt/slides/slide4.xml" Id="Ree7d440d6dd94b14" /><Relationship Type="http://schemas.openxmlformats.org/officeDocument/2006/relationships/slide" Target="/ppt/slides/slide5.xml" Id="R736dd41192aa46a6" /><Relationship Type="http://schemas.openxmlformats.org/officeDocument/2006/relationships/slide" Target="/ppt/slides/slide6.xml" Id="Rf867cbc2ccea4a79" /><Relationship Type="http://schemas.openxmlformats.org/officeDocument/2006/relationships/slide" Target="/ppt/slides/slide7.xml" Id="Rff0754bf88e54007" /><Relationship Type="http://schemas.openxmlformats.org/officeDocument/2006/relationships/slide" Target="/ppt/slides/slide8.xml" Id="Re41215ff67944b90" /><Relationship Type="http://schemas.openxmlformats.org/officeDocument/2006/relationships/slide" Target="/ppt/slides/slide9.xml" Id="R47d4befff8ef4a29" /><Relationship Type="http://schemas.openxmlformats.org/officeDocument/2006/relationships/slide" Target="/ppt/slides/slide10.xml" Id="R3bd784afa4d04744" /><Relationship Type="http://schemas.openxmlformats.org/officeDocument/2006/relationships/slide" Target="/ppt/slides/slide11.xml" Id="R1051bc8655274f12" /><Relationship Type="http://schemas.openxmlformats.org/officeDocument/2006/relationships/slide" Target="/ppt/slides/slide12.xml" Id="Re36f15f8f8d847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39c28576674f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216b6dfeae48c3" /><Relationship Type="http://schemas.openxmlformats.org/officeDocument/2006/relationships/notesMaster" Target="/ppt/notesMasters/notesMaster1.xml" Id="Rbd7899445d034f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5c15e70ae543a7" /><Relationship Type="http://schemas.openxmlformats.org/officeDocument/2006/relationships/notesMaster" Target="/ppt/notesMasters/notesMaster1.xml" Id="R5d4362eed28b49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810130f3df4669" /><Relationship Type="http://schemas.openxmlformats.org/officeDocument/2006/relationships/notesMaster" Target="/ppt/notesMasters/notesMaster1.xml" Id="Ref8160a5f33346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b77693ec6a4372" /><Relationship Type="http://schemas.openxmlformats.org/officeDocument/2006/relationships/notesMaster" Target="/ppt/notesMasters/notesMaster1.xml" Id="R7c97cecd51f741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441b1a33f7479d" /><Relationship Type="http://schemas.openxmlformats.org/officeDocument/2006/relationships/notesMaster" Target="/ppt/notesMasters/notesMaster1.xml" Id="R6c371933730140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7734f9fe82428a" /><Relationship Type="http://schemas.openxmlformats.org/officeDocument/2006/relationships/notesMaster" Target="/ppt/notesMasters/notesMaster1.xml" Id="Rc7ec729c7ff14e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c4b43099444a76" /><Relationship Type="http://schemas.openxmlformats.org/officeDocument/2006/relationships/notesMaster" Target="/ppt/notesMasters/notesMaster1.xml" Id="Ra4105e18f9634c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9c17c757464611" /><Relationship Type="http://schemas.openxmlformats.org/officeDocument/2006/relationships/notesMaster" Target="/ppt/notesMasters/notesMaster1.xml" Id="R5d06dd7a44f840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b767a1a704a4e9c" /><Relationship Type="http://schemas.openxmlformats.org/officeDocument/2006/relationships/notesMaster" Target="/ppt/notesMasters/notesMaster1.xml" Id="Ra8c138d1a5d942c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f78e703a45a42d5" /><Relationship Type="http://schemas.openxmlformats.org/officeDocument/2006/relationships/notesMaster" Target="/ppt/notesMasters/notesMaster1.xml" Id="Ra41c90f2b63e43e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8ea3f29a7e14909" /><Relationship Type="http://schemas.openxmlformats.org/officeDocument/2006/relationships/notesMaster" Target="/ppt/notesMasters/notesMaster1.xml" Id="Rb4c4d2aa24ef4c5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d8a3530845c4135" /><Relationship Type="http://schemas.openxmlformats.org/officeDocument/2006/relationships/notesMaster" Target="/ppt/notesMasters/notesMaster1.xml" Id="R8e5ca385395e46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GridPulse is a working software prototype for the supplied Smart Energy Microgrid &amp; Demand Forecasting Engine problem. It forecasts each hour using a published QuickML endpoint and applies the exact dispatch rules. The cover is concept artwork, not a record of a physical installation. Source: supplied PROBLEM_STATEMENT.pdf. Cover artwork generated using the built-in image generation tool. Prompt: wide 16:9, campus microgrid on the right with solar panels and battery enclosure at blue hour, empty dark navy left side, no text, restrained editorial composition.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challenge asks for a 24-hour view of demand and rule-based source transitions. Weather and time affect demand. A useful operator interface must expose when storage is requested and whether the simulated battery can actually supply the load. Campus microgrids are a proposed target use case, not a customer or field deployment claim. Source: supplied PROBLEM_STATEMENT.pdf, sections 1, 3 and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Load a complete day of historical weather or supply a valid 24-row CSV. Validation rejects duplicate, unsorted or gapped hourly windows and uses training medians for missing numeric weather values. Shared code creates 11 numeric features. QuickML supplies one prediction per row. The controller and battery simulator turn those values into visible dispatch signals and energy shortfalls. Sources: gridpulse/schema.py, forecasting.py, service.py and battery.py.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and API share one Catalyst AppSail origin. Python validates and transforms inputs, calls the published QuickML REST endpoint, then applies controller and simulation logic. Credentials stay on the server and token refresh is synchronized. The browser receives an opaque background job identifier and polls for the completed result. Jobs live in memory in a single instance and do not survive replacement or restart. Sources: app.py, gridpulse/jobs.py and gridpulse/quickml.py.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QuickML console screenshot for GridPulseDemandModel V1 reports RMSE 8.2451, MAE 6.6181 and R2 0.9649. These are the console evaluation figures, not measured hidden-test results. The console split was not independently verified. R2 must not be presented as a percentage accuracy. The endpoint consumes the same weather, calendar, cyclic-hour, weekend and degree features created by the shared Python feature builder. Local chronological model evaluation is separate: gradient boosting RMSE 12.2853 kW after fitting 3,200 rows and validating on 800 later rows. Sources: user-supplied Metrics screenshot, models/metrics.json and gridpulse/schema.py.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editable chart uses the real 24-row QuickML forecast captured from the public AppSail deployment on 27 October 2026. The inputs are supplied historical sample weather for 17 June 2015, not live sensor readings or future weather. The captured result reports backend quickml. The check verified finite nonnegative values, preserved timestamps and exact dispatch and overload logic. This demonstration does not have demand labels and does not establish accuracy. Sources: docs/live_forecast.json and docs/LIVE_VERIFICATION.json.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storage condition is demand greater than 160 kW OR an hour in the inclusive 18 to 22 window. Exactly 160 outside the window stays on the main grid. Overload is a separate demand greater than or equal to 200 kW test. Values below are deliberately chosen boundary examples, not forecast observations. Source: supplied PROBLEM_STATEMENT.pdf, section 6, gridpulse/controller.py and ControllerTests.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battery curve is simulated using the real QuickML demand values. Defaults are 2,000 kWh capacity, 85 percent initial SOC, 20 percent reserve, 150 kW solar peak, 250 kW inverter limit and 95 percent charge/discharge efficiency per step. The sample reaches its reserve and reports nine hours with a simulated shortfall. The software keeps the required dispatch signal unchanged and displays unserved energy. This is planning evidence, not actual hardware performance. Sources: docs/live_forecast.json and gridpulse/battery.py.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screenshot of the actual public GridPulse deployment after its own live forecast completed. The UI shows QuickML verified this run, demand curves, thresholds, overloads and simulated battery outlook. A second run may differ slightly from the captured JSON demonstration. Use the live demo to edit a row, inspect an hour and export the dispatch CSV. Source: public Catalyst URL captured 27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41 automated tests passed in the supplied runtime. They cover schema validation, controller threshold boundaries, battery constraints, inference response validation, timestamp order, safe error handling, bounded QuickML concurrency, token refresh reuse and asynchronous API behavior. Provider mock tests are not live inference. The unchanged original starter self-test passed for 1,000 rows in local mode. The separate deployed check used 24 real QuickML predictions. Sources: docs/VALIDATION.json, tests/ and docs/LIVE_VERIFICATION.json.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training set has 4,000 rows. Local CPU training fits the available 16 GB RAM laptop and does not require the RTX GPU. The production inference path uses Catalyst QuickML. Each 24-hour forecast consumes 24 single-record endpoint calls, so quota planning matters. Potential operator benefits are easier inspection of dispatch and identification of simulated storage shortfalls, but field savings and reliability improvements have not been measured. Proposed next steps are weather-provider integration, calibrated uncertainty, operator-approved overrides and persistent job/telemetry storage. Sources: supplied datasets, source code and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open the Catalyst URL, load the historical weather if needed, run the forecast and wait for QuickML verified this run. Select an evening hour and explain the inclusive time rule. Show a battery shortfall, then export the dispatch CSV. Source code and the editable deck are published in the repository listed on the slide when available. Never put private endpoint credentials into the presentation or public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f15b5ff8d3483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101b0487cdf43c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2e05d0adb4d4f8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5887a3f93e0493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a37e10b180242d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ba0b44b280040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D06469-80B6-4841-B043-D66E9E03DDD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19FEAAB-4F24-4640-9C2B-727954158BD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8888D54-FB87-42DF-93D8-3A1A28F4C9C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FF8503-A7D9-4C51-B296-AC15B63B40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78AA455-CBC7-4AC1-BF62-A54FBA148B2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3DBA42C-A7D1-4AA7-9F5A-AEF19E19B3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4CAEC9D-9605-4990-9895-1E385E8BCCC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2D10A12-8F13-4D3F-9728-4DFB50D6A32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8F2E5A9-0D0B-47F3-A2A0-5E4E897285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4FEAFD2-B8C8-4B3D-9988-453DFF1354B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04cc20c365401e" /><Relationship Type="http://schemas.openxmlformats.org/officeDocument/2006/relationships/slideLayout" Target="/ppt/slideLayouts/slideLayout1.xml" Id="Rc7ad97a133544140" /><Relationship Type="http://schemas.openxmlformats.org/officeDocument/2006/relationships/slideLayout" Target="/ppt/slideLayouts/slideLayout2.xml" Id="R7bd5f206377a49eb" /><Relationship Type="http://schemas.openxmlformats.org/officeDocument/2006/relationships/slideLayout" Target="/ppt/slideLayouts/slideLayout3.xml" Id="R3b6f0608bd46424c" /><Relationship Type="http://schemas.openxmlformats.org/officeDocument/2006/relationships/slideLayout" Target="/ppt/slideLayouts/slideLayout4.xml" Id="R73dc069a1fc14c1c" /><Relationship Type="http://schemas.openxmlformats.org/officeDocument/2006/relationships/slideLayout" Target="/ppt/slideLayouts/slideLayout5.xml" Id="Rbcfd319ad4d1490d" /><Relationship Type="http://schemas.openxmlformats.org/officeDocument/2006/relationships/slideLayout" Target="/ppt/slideLayouts/slideLayout6.xml" Id="Rbdd35d7642114a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ad97a133544140"/>
    <p:sldLayoutId xmlns:r="http://schemas.openxmlformats.org/officeDocument/2006/relationships" id="2147483650" r:id="R7bd5f206377a49eb"/>
    <p:sldLayoutId xmlns:r="http://schemas.openxmlformats.org/officeDocument/2006/relationships" id="2147483651" r:id="R3b6f0608bd46424c"/>
    <p:sldLayoutId xmlns:r="http://schemas.openxmlformats.org/officeDocument/2006/relationships" id="2147483652" r:id="R73dc069a1fc14c1c"/>
    <p:sldLayoutId xmlns:r="http://schemas.openxmlformats.org/officeDocument/2006/relationships" id="2147483653" r:id="Rbcfd319ad4d1490d"/>
    <p:sldLayoutId xmlns:r="http://schemas.openxmlformats.org/officeDocument/2006/relationships" id="2147483654" r:id="Rbdd35d7642114a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db9298ee9114ab2" /><Relationship Type="http://schemas.openxmlformats.org/officeDocument/2006/relationships/image" Target="/ppt/media/image.png" Id="R8b8279bf49b54dce" /><Relationship Type="http://schemas.openxmlformats.org/officeDocument/2006/relationships/notesSlide" Target="/ppt/notesSlides/notesSlide1.xml" Id="Rc1a2ed3537ae4b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e97332709ea425a" /><Relationship Type="http://schemas.openxmlformats.org/officeDocument/2006/relationships/notesSlide" Target="/ppt/notesSlides/notesSlide2.xml" Id="R7d47da2f55b744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9b65900392442a8" /><Relationship Type="http://schemas.openxmlformats.org/officeDocument/2006/relationships/notesSlide" Target="/ppt/notesSlides/notesSlide3.xml" Id="R06e11d3322b94d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75d88c68a7d4aca" /><Relationship Type="http://schemas.openxmlformats.org/officeDocument/2006/relationships/notesSlide" Target="/ppt/notesSlides/notesSlide4.xml" Id="R66dfdb70a5bc490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a3942ba3db144a8" /><Relationship Type="http://schemas.openxmlformats.org/officeDocument/2006/relationships/notesSlide" Target="/ppt/notesSlides/notesSlide5.xml" Id="R93b63afcd32142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0c6bbfe47ae4346" /><Relationship Type="http://schemas.openxmlformats.org/officeDocument/2006/relationships/chart" Target="/ppt/slides/charts/chart1.xml" Id="R0457710055434cba" /><Relationship Type="http://schemas.openxmlformats.org/officeDocument/2006/relationships/notesSlide" Target="/ppt/notesSlides/notesSlide6.xml" Id="R964469e0aef448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a03bfc3b3d94518" /><Relationship Type="http://schemas.openxmlformats.org/officeDocument/2006/relationships/notesSlide" Target="/ppt/notesSlides/notesSlide7.xml" Id="R28dfb8b377d447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8fa4e5f45154a47" /><Relationship Type="http://schemas.openxmlformats.org/officeDocument/2006/relationships/chart" Target="/ppt/slides/charts/chart2.xml" Id="Rc51a1683ac2149e3" /><Relationship Type="http://schemas.openxmlformats.org/officeDocument/2006/relationships/notesSlide" Target="/ppt/notesSlides/notesSlide8.xml" Id="Rc1592de339f94db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ac0eec2f6794ca1" /><Relationship Type="http://schemas.openxmlformats.org/officeDocument/2006/relationships/image" Target="/ppt/media/image.jpeg" Id="R4d30854580d94b09" /><Relationship Type="http://schemas.openxmlformats.org/officeDocument/2006/relationships/notesSlide" Target="/ppt/notesSlides/notesSlide9.xml" Id="R670c987645cf435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8af4efdc37642f9" /><Relationship Type="http://schemas.openxmlformats.org/officeDocument/2006/relationships/notesSlide" Target="/ppt/notesSlides/notesSlide10.xml" Id="R07b9111815dc43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c5aa3663c3a4aed" /><Relationship Type="http://schemas.openxmlformats.org/officeDocument/2006/relationships/notesSlide" Target="/ppt/notesSlides/notesSlide11.xml" Id="Re2b768c7208d4bd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17c1a61065647de" /><Relationship Type="http://schemas.openxmlformats.org/officeDocument/2006/relationships/hyperlink" Target="https://gridpulse-50047201220.development.catalystappsail.in/" TargetMode="External" Id="Rfc74c15685da4705" /><Relationship Type="http://schemas.openxmlformats.org/officeDocument/2006/relationships/hyperlink" Target="https://github.com/prashant-7-8-7/GridPulse" TargetMode="External" Id="Rf350a6d4e9d1434a" /><Relationship Type="http://schemas.openxmlformats.org/officeDocument/2006/relationships/notesSlide" Target="/ppt/notesSlides/notesSlide12.xml" Id="Rf1cabf11d05147a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Predicted demand</c:v>
          </c:tx>
          <c:spPr>
            <a:ln xmlns:a="http://schemas.openxmlformats.org/drawingml/2006/main" w="28575">
              <a:solidFill>
                <a:srgbClr val="168B78"/>
              </a:solidFill>
              <a:prstDash val="solid"/>
            </a:ln>
          </c:spPr>
          <c:marker>
            <c:symbol val="none"/>
          </c:marker>
          <c:cat>
            <c:numRef>
              <c:f>'Chart Data'!$A$2:$A$25</c:f>
              <c:numCache>
                <c:formatCode>General</c:formatCod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'Chart Data'!$B$2:$B$25</c:f>
              <c:numCache>
                <c:formatCode>0</c:formatCode>
                <c:ptCount val="24"/>
                <c:pt idx="0">
                  <c:v>96.58</c:v>
                </c:pt>
                <c:pt idx="1">
                  <c:v>101.92</c:v>
                </c:pt>
                <c:pt idx="2">
                  <c:v>88.93</c:v>
                </c:pt>
                <c:pt idx="3">
                  <c:v>89.5</c:v>
                </c:pt>
                <c:pt idx="4">
                  <c:v>99.64</c:v>
                </c:pt>
                <c:pt idx="5">
                  <c:v>110.93</c:v>
                </c:pt>
                <c:pt idx="6">
                  <c:v>147.48</c:v>
                </c:pt>
                <c:pt idx="7">
                  <c:v>185.34</c:v>
                </c:pt>
                <c:pt idx="8">
                  <c:v>249.06</c:v>
                </c:pt>
                <c:pt idx="9">
                  <c:v>249.42</c:v>
                </c:pt>
                <c:pt idx="10">
                  <c:v>218.55</c:v>
                </c:pt>
                <c:pt idx="11">
                  <c:v>220.83</c:v>
                </c:pt>
                <c:pt idx="12">
                  <c:v>221.3</c:v>
                </c:pt>
                <c:pt idx="13">
                  <c:v>221.3</c:v>
                </c:pt>
                <c:pt idx="14">
                  <c:v>220.66</c:v>
                </c:pt>
                <c:pt idx="15">
                  <c:v>222.37</c:v>
                </c:pt>
                <c:pt idx="16">
                  <c:v>221.08</c:v>
                </c:pt>
                <c:pt idx="17">
                  <c:v>219.18</c:v>
                </c:pt>
                <c:pt idx="18">
                  <c:v>255.58</c:v>
                </c:pt>
                <c:pt idx="19">
                  <c:v>247.82</c:v>
                </c:pt>
                <c:pt idx="20">
                  <c:v>248.3</c:v>
                </c:pt>
                <c:pt idx="21">
                  <c:v>243.26</c:v>
                </c:pt>
                <c:pt idx="22">
                  <c:v>232.87</c:v>
                </c:pt>
                <c:pt idx="23">
                  <c:v>153.99</c:v>
                </c:pt>
              </c:numCache>
            </c:numRef>
          </c:val>
          <c:smooth val="0"/>
        </c:ser>
        <c:ser>
          <c:idx val="1"/>
          <c:order val="1"/>
          <c:tx>
            <c:v>Storage threshold</c:v>
          </c:tx>
          <c:spPr>
            <a:ln xmlns:a="http://schemas.openxmlformats.org/drawingml/2006/main" w="15240">
              <a:solidFill>
                <a:srgbClr val="BA8A35"/>
              </a:solidFill>
              <a:prstDash val="dash"/>
            </a:ln>
          </c:spPr>
          <c:marker>
            <c:symbol val="none"/>
          </c:marker>
          <c:cat>
            <c:numRef>
              <c:f>'Chart Data'!$C$2:$C$25</c:f>
              <c:numCache>
                <c:formatCode>General</c:formatCod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'Chart Data'!$D$2:$D$25</c:f>
              <c:numCache>
                <c:formatCode>0</c:formatCode>
                <c:ptCount val="24"/>
                <c:pt idx="0">
                  <c:v>160</c:v>
                </c:pt>
                <c:pt idx="1">
                  <c:v>160</c:v>
                </c:pt>
                <c:pt idx="2">
                  <c:v>160</c:v>
                </c:pt>
                <c:pt idx="3">
                  <c:v>160</c:v>
                </c:pt>
                <c:pt idx="4">
                  <c:v>160</c:v>
                </c:pt>
                <c:pt idx="5">
                  <c:v>160</c:v>
                </c:pt>
                <c:pt idx="6">
                  <c:v>160</c:v>
                </c:pt>
                <c:pt idx="7">
                  <c:v>160</c:v>
                </c:pt>
                <c:pt idx="8">
                  <c:v>160</c:v>
                </c:pt>
                <c:pt idx="9">
                  <c:v>160</c:v>
                </c:pt>
                <c:pt idx="10">
                  <c:v>160</c:v>
                </c:pt>
                <c:pt idx="11">
                  <c:v>160</c:v>
                </c:pt>
                <c:pt idx="12">
                  <c:v>160</c:v>
                </c:pt>
                <c:pt idx="13">
                  <c:v>160</c:v>
                </c:pt>
                <c:pt idx="14">
                  <c:v>160</c:v>
                </c:pt>
                <c:pt idx="15">
                  <c:v>160</c:v>
                </c:pt>
                <c:pt idx="16">
                  <c:v>160</c:v>
                </c:pt>
                <c:pt idx="17">
                  <c:v>160</c:v>
                </c:pt>
                <c:pt idx="18">
                  <c:v>160</c:v>
                </c:pt>
                <c:pt idx="19">
                  <c:v>160</c:v>
                </c:pt>
                <c:pt idx="20">
                  <c:v>160</c:v>
                </c:pt>
                <c:pt idx="21">
                  <c:v>160</c:v>
                </c:pt>
                <c:pt idx="22">
                  <c:v>160</c:v>
                </c:pt>
                <c:pt idx="23">
                  <c:v>160</c:v>
                </c:pt>
              </c:numCache>
            </c:numRef>
          </c:val>
          <c:smooth val="0"/>
        </c:ser>
        <c:ser>
          <c:idx val="2"/>
          <c:order val="2"/>
          <c:tx>
            <c:v>Overload threshold</c:v>
          </c:tx>
          <c:spPr>
            <a:ln xmlns:a="http://schemas.openxmlformats.org/drawingml/2006/main" w="15240">
              <a:solidFill>
                <a:srgbClr val="BB5B52"/>
              </a:solidFill>
              <a:prstDash val="dash"/>
            </a:ln>
          </c:spPr>
          <c:marker>
            <c:symbol val="none"/>
          </c:marker>
          <c:cat>
            <c:numRef>
              <c:f>'Chart Data'!$E$2:$E$25</c:f>
              <c:numCache>
                <c:formatCode>General</c:formatCod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'Chart Data'!$F$2:$F$25</c:f>
              <c:numCache>
                <c:formatCode>0</c:formatCode>
                <c:ptCount val="24"/>
                <c:pt idx="0">
                  <c:v>200</c:v>
                </c:pt>
                <c:pt idx="1">
                  <c:v>200</c:v>
                </c:pt>
                <c:pt idx="2">
                  <c:v>200</c:v>
                </c:pt>
                <c:pt idx="3">
                  <c:v>200</c:v>
                </c:pt>
                <c:pt idx="4">
                  <c:v>200</c:v>
                </c:pt>
                <c:pt idx="5">
                  <c:v>200</c:v>
                </c:pt>
                <c:pt idx="6">
                  <c:v>200</c:v>
                </c:pt>
                <c:pt idx="7">
                  <c:v>200</c:v>
                </c:pt>
                <c:pt idx="8">
                  <c:v>200</c:v>
                </c:pt>
                <c:pt idx="9">
                  <c:v>200</c:v>
                </c:pt>
                <c:pt idx="10">
                  <c:v>200</c:v>
                </c:pt>
                <c:pt idx="11">
                  <c:v>200</c:v>
                </c:pt>
                <c:pt idx="12">
                  <c:v>200</c:v>
                </c:pt>
                <c:pt idx="13">
                  <c:v>200</c:v>
                </c:pt>
                <c:pt idx="14">
                  <c:v>200</c:v>
                </c:pt>
                <c:pt idx="15">
                  <c:v>200</c:v>
                </c:pt>
                <c:pt idx="16">
                  <c:v>200</c:v>
                </c:pt>
                <c:pt idx="17">
                  <c:v>200</c:v>
                </c:pt>
                <c:pt idx="18">
                  <c:v>200</c:v>
                </c:pt>
                <c:pt idx="19">
                  <c:v>200</c:v>
                </c:pt>
                <c:pt idx="20">
                  <c:v>200</c:v>
                </c:pt>
                <c:pt idx="21">
                  <c:v>200</c:v>
                </c:pt>
                <c:pt idx="22">
                  <c:v>200</c:v>
                </c:pt>
                <c:pt idx="23">
                  <c:v>200</c:v>
                </c:pt>
              </c:numCache>
            </c:numRef>
          </c:val>
          <c:smooth val="0"/>
        </c:ser>
        <c:dLbls>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425">
                    <a:solidFill>
                      <a:srgbClr val="567074"/>
                    </a:solidFill>
                    <a:latin typeface="Bitstream Charter"/>
                    <a:ea typeface="Bitstream Charter"/>
                    <a:cs typeface="Bitstream Charter"/>
                  </a:rPr>
                  <a:t>Hour of day</a:t>
                </a:r>
              </a:p>
            </c:rich>
          </c:tx>
          <c:overlay val="0"/>
          <c:txPr>
            <a:bodyPr xmlns:a="http://schemas.openxmlformats.org/drawingml/2006/main" anchorCtr="1"/>
            <a:lstStyle xmlns:a="http://schemas.openxmlformats.org/drawingml/2006/main"/>
            <a:p xmlns:a="http://schemas.openxmlformats.org/drawingml/2006/main">
              <a:pPr>
                <a:defRPr sz="1425">
                  <a:solidFill>
                    <a:srgbClr val="567074"/>
                  </a:solidFill>
                  <a:latin typeface="Bitstream Charter"/>
                  <a:ea typeface="Bitstream Charter"/>
                  <a:cs typeface="Bitstream Charter"/>
                </a:defRPr>
              </a:pPr>
            </a:p>
          </c:txPr>
        </c:title>
        <c:numFmt formatCode="General"/>
        <c:majorTickMark val="none"/>
        <c:minorTickMark val="none"/>
        <c:spPr>
          <a:ln xmlns:a="http://schemas.openxmlformats.org/drawingml/2006/main" w="9525">
            <a:solidFill>
              <a:srgbClr val="D8DFDC"/>
            </a:solidFill>
            <a:prstDash val="solid"/>
          </a:ln>
        </c:spPr>
        <c:txPr>
          <a:bodyPr xmlns:a="http://schemas.openxmlformats.org/drawingml/2006/main" anchorCtr="1"/>
          <a:lstStyle xmlns:a="http://schemas.openxmlformats.org/drawingml/2006/main"/>
          <a:p xmlns:a="http://schemas.openxmlformats.org/drawingml/2006/main">
            <a:pPr>
              <a:defRPr sz="1425">
                <a:solidFill>
                  <a:srgbClr val="567074"/>
                </a:solidFill>
                <a:latin typeface="Bitstream Charter"/>
                <a:ea typeface="Bitstream Charter"/>
                <a:cs typeface="Bitstream Charter"/>
              </a:defRPr>
            </a:pPr>
          </a:p>
        </c:txPr>
        <c:crossAx val="48672768"/>
      </c:catAx>
      <c:valAx>
        <c:axId val="48672768"/>
        <c:scaling>
          <c:orientation val="minMax"/>
          <c:max val="300"/>
          <c:min val="0"/>
        </c:scaling>
        <c:delete val="0"/>
        <c:axPos val="l"/>
        <c:majorGridlines>
          <c:spPr>
            <a:ln xmlns:a="http://schemas.openxmlformats.org/drawingml/2006/main" w="9525">
              <a:solidFill>
                <a:srgbClr val="D8DFDC"/>
              </a:solidFill>
              <a:prstDash val="solid"/>
            </a:ln>
          </c:spPr>
        </c:majorGridlines>
        <c:title>
          <c:tx>
            <c:rich>
              <a:bodyPr xmlns:a="http://schemas.openxmlformats.org/drawingml/2006/main"/>
              <a:lstStyle xmlns:a="http://schemas.openxmlformats.org/drawingml/2006/main"/>
              <a:p xmlns:a="http://schemas.openxmlformats.org/drawingml/2006/main">
                <a:r>
                  <a:rPr sz="1425">
                    <a:solidFill>
                      <a:srgbClr val="567074"/>
                    </a:solidFill>
                    <a:latin typeface="Bitstream Charter"/>
                    <a:ea typeface="Bitstream Charter"/>
                    <a:cs typeface="Bitstream Charter"/>
                  </a:rPr>
                  <a:t>Demand (kW)</a:t>
                </a:r>
              </a:p>
            </c:rich>
          </c:tx>
          <c:overlay val="0"/>
          <c:txPr>
            <a:bodyPr xmlns:a="http://schemas.openxmlformats.org/drawingml/2006/main" anchorCtr="1"/>
            <a:lstStyle xmlns:a="http://schemas.openxmlformats.org/drawingml/2006/main"/>
            <a:p xmlns:a="http://schemas.openxmlformats.org/drawingml/2006/main">
              <a:pPr>
                <a:defRPr sz="1425">
                  <a:solidFill>
                    <a:srgbClr val="567074"/>
                  </a:solidFill>
                  <a:latin typeface="Bitstream Charter"/>
                  <a:ea typeface="Bitstream Charter"/>
                  <a:cs typeface="Bitstream Charter"/>
                </a:defRPr>
              </a:pPr>
            </a:p>
          </c:txPr>
        </c:title>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425">
                <a:solidFill>
                  <a:srgbClr val="567074"/>
                </a:solidFill>
                <a:latin typeface="Bitstream Charter"/>
                <a:ea typeface="Bitstream Charter"/>
                <a:cs typeface="Bitstream Charter"/>
              </a:defRPr>
            </a:pPr>
          </a:p>
        </c:txPr>
        <c:crossAx val="48650112"/>
        <c:crossBetween val="between"/>
        <c:majorUnit val="50"/>
      </c:valAx>
      <c:spPr>
        <a:solidFill xmlns:a="http://schemas.openxmlformats.org/drawingml/2006/main">
          <a:srgbClr val="F6F5F0"/>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67074"/>
              </a:solidFill>
              <a:latin typeface="Bitstream Charter"/>
              <a:ea typeface="Bitstream Charter"/>
              <a:cs typeface="Bitstream Charter"/>
            </a:defRPr>
          </a:pPr>
        </a:p>
      </c:txPr>
    </c:legend>
    <c:plotVisOnly val="1"/>
  </c:chart>
  <c:spPr>
    <a:solidFill xmlns:a="http://schemas.openxmlformats.org/drawingml/2006/main">
      <a:srgbClr val="F6F5F0"/>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Simulated SOC</c:v>
          </c:tx>
          <c:spPr>
            <a:ln xmlns:a="http://schemas.openxmlformats.org/drawingml/2006/main" w="28575">
              <a:solidFill>
                <a:srgbClr val="168B78"/>
              </a:solidFill>
              <a:prstDash val="solid"/>
            </a:ln>
          </c:spPr>
          <c:marker>
            <c:symbol val="none"/>
          </c:marker>
          <c:cat>
            <c:numRef>
              <c:f>'Chart Data'!$A$2:$A$25</c:f>
              <c:numCache>
                <c:formatCode>General</c:formatCod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'Chart Data'!$B$2:$B$25</c:f>
              <c:numCache>
                <c:formatCode>0</c:formatCode>
                <c:ptCount val="24"/>
                <c:pt idx="0">
                  <c:v>85</c:v>
                </c:pt>
                <c:pt idx="1">
                  <c:v>85</c:v>
                </c:pt>
                <c:pt idx="2">
                  <c:v>85</c:v>
                </c:pt>
                <c:pt idx="3">
                  <c:v>85.03</c:v>
                </c:pt>
                <c:pt idx="4">
                  <c:v>85.24</c:v>
                </c:pt>
                <c:pt idx="5">
                  <c:v>85.83</c:v>
                </c:pt>
                <c:pt idx="6">
                  <c:v>86.85</c:v>
                </c:pt>
                <c:pt idx="7">
                  <c:v>78.69</c:v>
                </c:pt>
                <c:pt idx="8">
                  <c:v>67.62</c:v>
                </c:pt>
                <c:pt idx="9">
                  <c:v>56.88</c:v>
                </c:pt>
                <c:pt idx="10">
                  <c:v>47.97</c:v>
                </c:pt>
                <c:pt idx="11">
                  <c:v>38.96</c:v>
                </c:pt>
                <c:pt idx="12">
                  <c:v>29.83</c:v>
                </c:pt>
                <c:pt idx="13">
                  <c:v>20.56</c:v>
                </c:pt>
                <c:pt idx="14">
                  <c:v>20</c:v>
                </c:pt>
                <c:pt idx="15">
                  <c:v>20</c:v>
                </c:pt>
                <c:pt idx="16">
                  <c:v>20</c:v>
                </c:pt>
                <c:pt idx="17">
                  <c:v>20</c:v>
                </c:pt>
                <c:pt idx="18">
                  <c:v>20</c:v>
                </c:pt>
                <c:pt idx="19">
                  <c:v>20</c:v>
                </c:pt>
                <c:pt idx="20">
                  <c:v>20</c:v>
                </c:pt>
                <c:pt idx="21">
                  <c:v>20</c:v>
                </c:pt>
                <c:pt idx="22">
                  <c:v>20</c:v>
                </c:pt>
                <c:pt idx="23">
                  <c:v>20</c:v>
                </c:pt>
              </c:numCache>
            </c:numRef>
          </c:val>
          <c:smooth val="0"/>
        </c:ser>
        <c:ser>
          <c:idx val="1"/>
          <c:order val="1"/>
          <c:tx>
            <c:v>Protected reserve</c:v>
          </c:tx>
          <c:spPr>
            <a:ln xmlns:a="http://schemas.openxmlformats.org/drawingml/2006/main" w="15240">
              <a:solidFill>
                <a:srgbClr val="BA8A35"/>
              </a:solidFill>
              <a:prstDash val="dash"/>
            </a:ln>
          </c:spPr>
          <c:marker>
            <c:symbol val="none"/>
          </c:marker>
          <c:cat>
            <c:numRef>
              <c:f>'Chart Data'!$C$2:$C$25</c:f>
              <c:numCache>
                <c:formatCode>General</c:formatCod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'Chart Data'!$D$2:$D$25</c:f>
              <c:numCache>
                <c:formatCode>0</c:formatCode>
                <c:ptCount val="24"/>
                <c:pt idx="0">
                  <c:v>20</c:v>
                </c:pt>
                <c:pt idx="1">
                  <c:v>20</c:v>
                </c:pt>
                <c:pt idx="2">
                  <c:v>20</c:v>
                </c:pt>
                <c:pt idx="3">
                  <c:v>20</c:v>
                </c:pt>
                <c:pt idx="4">
                  <c:v>20</c:v>
                </c:pt>
                <c:pt idx="5">
                  <c:v>20</c:v>
                </c:pt>
                <c:pt idx="6">
                  <c:v>20</c:v>
                </c:pt>
                <c:pt idx="7">
                  <c:v>20</c:v>
                </c:pt>
                <c:pt idx="8">
                  <c:v>20</c:v>
                </c:pt>
                <c:pt idx="9">
                  <c:v>20</c:v>
                </c:pt>
                <c:pt idx="10">
                  <c:v>20</c:v>
                </c:pt>
                <c:pt idx="11">
                  <c:v>20</c:v>
                </c:pt>
                <c:pt idx="12">
                  <c:v>20</c:v>
                </c:pt>
                <c:pt idx="13">
                  <c:v>20</c:v>
                </c:pt>
                <c:pt idx="14">
                  <c:v>20</c:v>
                </c:pt>
                <c:pt idx="15">
                  <c:v>20</c:v>
                </c:pt>
                <c:pt idx="16">
                  <c:v>20</c:v>
                </c:pt>
                <c:pt idx="17">
                  <c:v>20</c:v>
                </c:pt>
                <c:pt idx="18">
                  <c:v>20</c:v>
                </c:pt>
                <c:pt idx="19">
                  <c:v>20</c:v>
                </c:pt>
                <c:pt idx="20">
                  <c:v>20</c:v>
                </c:pt>
                <c:pt idx="21">
                  <c:v>20</c:v>
                </c:pt>
                <c:pt idx="22">
                  <c:v>20</c:v>
                </c:pt>
                <c:pt idx="23">
                  <c:v>20</c:v>
                </c:pt>
              </c:numCache>
            </c:numRef>
          </c:val>
          <c:smooth val="0"/>
        </c:ser>
        <c:dLbls>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425">
                    <a:solidFill>
                      <a:srgbClr val="567074"/>
                    </a:solidFill>
                    <a:latin typeface="Bitstream Charter"/>
                    <a:ea typeface="Bitstream Charter"/>
                    <a:cs typeface="Bitstream Charter"/>
                  </a:rPr>
                  <a:t>Hour of day</a:t>
                </a:r>
              </a:p>
            </c:rich>
          </c:tx>
          <c:overlay val="0"/>
          <c:txPr>
            <a:bodyPr xmlns:a="http://schemas.openxmlformats.org/drawingml/2006/main" anchorCtr="1"/>
            <a:lstStyle xmlns:a="http://schemas.openxmlformats.org/drawingml/2006/main"/>
            <a:p xmlns:a="http://schemas.openxmlformats.org/drawingml/2006/main">
              <a:pPr>
                <a:defRPr sz="1425">
                  <a:solidFill>
                    <a:srgbClr val="567074"/>
                  </a:solidFill>
                  <a:latin typeface="Bitstream Charter"/>
                  <a:ea typeface="Bitstream Charter"/>
                  <a:cs typeface="Bitstream Charter"/>
                </a:defRPr>
              </a:pPr>
            </a:p>
          </c:txPr>
        </c:title>
        <c:numFmt formatCode="General"/>
        <c:majorTickMark val="none"/>
        <c:minorTickMark val="none"/>
        <c:spPr>
          <a:ln xmlns:a="http://schemas.openxmlformats.org/drawingml/2006/main" w="9525">
            <a:solidFill>
              <a:srgbClr val="D8DFDC"/>
            </a:solidFill>
            <a:prstDash val="solid"/>
          </a:ln>
        </c:spPr>
        <c:txPr>
          <a:bodyPr xmlns:a="http://schemas.openxmlformats.org/drawingml/2006/main" anchorCtr="1"/>
          <a:lstStyle xmlns:a="http://schemas.openxmlformats.org/drawingml/2006/main"/>
          <a:p xmlns:a="http://schemas.openxmlformats.org/drawingml/2006/main">
            <a:pPr>
              <a:defRPr sz="1425">
                <a:solidFill>
                  <a:srgbClr val="567074"/>
                </a:solidFill>
                <a:latin typeface="Bitstream Charter"/>
                <a:ea typeface="Bitstream Charter"/>
                <a:cs typeface="Bitstream Charter"/>
              </a:defRPr>
            </a:pPr>
          </a:p>
        </c:txPr>
        <c:crossAx val="48672768"/>
      </c:catAx>
      <c:valAx>
        <c:axId val="48672768"/>
        <c:scaling>
          <c:orientation val="minMax"/>
          <c:max val="100"/>
          <c:min val="0"/>
        </c:scaling>
        <c:delete val="0"/>
        <c:axPos val="l"/>
        <c:majorGridlines>
          <c:spPr>
            <a:ln xmlns:a="http://schemas.openxmlformats.org/drawingml/2006/main" w="9525">
              <a:solidFill>
                <a:srgbClr val="D8DFDC"/>
              </a:solidFill>
              <a:prstDash val="solid"/>
            </a:ln>
          </c:spPr>
        </c:majorGridlines>
        <c:title>
          <c:tx>
            <c:rich>
              <a:bodyPr xmlns:a="http://schemas.openxmlformats.org/drawingml/2006/main"/>
              <a:lstStyle xmlns:a="http://schemas.openxmlformats.org/drawingml/2006/main"/>
              <a:p xmlns:a="http://schemas.openxmlformats.org/drawingml/2006/main">
                <a:r>
                  <a:rPr sz="1425">
                    <a:solidFill>
                      <a:srgbClr val="567074"/>
                    </a:solidFill>
                    <a:latin typeface="Bitstream Charter"/>
                    <a:ea typeface="Bitstream Charter"/>
                    <a:cs typeface="Bitstream Charter"/>
                  </a:rPr>
                  <a:t>State of charge (%)</a:t>
                </a:r>
              </a:p>
            </c:rich>
          </c:tx>
          <c:overlay val="0"/>
          <c:txPr>
            <a:bodyPr xmlns:a="http://schemas.openxmlformats.org/drawingml/2006/main" anchorCtr="1"/>
            <a:lstStyle xmlns:a="http://schemas.openxmlformats.org/drawingml/2006/main"/>
            <a:p xmlns:a="http://schemas.openxmlformats.org/drawingml/2006/main">
              <a:pPr>
                <a:defRPr sz="1425">
                  <a:solidFill>
                    <a:srgbClr val="567074"/>
                  </a:solidFill>
                  <a:latin typeface="Bitstream Charter"/>
                  <a:ea typeface="Bitstream Charter"/>
                  <a:cs typeface="Bitstream Charter"/>
                </a:defRPr>
              </a:pPr>
            </a:p>
          </c:txPr>
        </c:title>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425">
                <a:solidFill>
                  <a:srgbClr val="567074"/>
                </a:solidFill>
                <a:latin typeface="Bitstream Charter"/>
                <a:ea typeface="Bitstream Charter"/>
                <a:cs typeface="Bitstream Charter"/>
              </a:defRPr>
            </a:pPr>
          </a:p>
        </c:txPr>
        <c:crossAx val="48650112"/>
        <c:crossBetween val="between"/>
        <c:majorUnit val="20"/>
      </c:valAx>
      <c:spPr>
        <a:solidFill xmlns:a="http://schemas.openxmlformats.org/drawingml/2006/main">
          <a:srgbClr val="F6F5F0"/>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67074"/>
              </a:solidFill>
              <a:latin typeface="Bitstream Charter"/>
              <a:ea typeface="Bitstream Charter"/>
              <a:cs typeface="Bitstream Charter"/>
            </a:defRPr>
          </a:pPr>
        </a:p>
      </c:txPr>
    </c:legend>
    <c:plotVisOnly val="1"/>
  </c:chart>
  <c:spPr>
    <a:solidFill xmlns:a="http://schemas.openxmlformats.org/drawingml/2006/main">
      <a:srgbClr val="F6F5F0"/>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6182D"/>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D0E7D20-7304-46D1-8142-5995FD017F3E}"/>
              </a:ext>
            </a:extLst>
          </p:cNvPr>
          <p:cNvPicPr>
            <a:picLocks xmlns:a="http://schemas.openxmlformats.org/drawingml/2006/main" noChangeAspect="1"/>
          </p:cNvPicPr>
          <p:nvPr/>
        </p:nvPicPr>
        <p:blipFill>
          <a:blip xmlns:r="http://schemas.openxmlformats.org/officeDocument/2006/relationships" xmlns:a="http://schemas.openxmlformats.org/drawingml/2006/main" r:embed="R8b8279bf49b54dc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70086F3-FC3C-4A20-A057-383D2F77ED05}"/>
              </a:ext>
            </a:extLst>
          </p:cNvPr>
          <p:cNvSpPr>
            <a:spLocks xmlns:a="http://schemas.openxmlformats.org/drawingml/2006/main" noGrp="1"/>
          </p:cNvSpPr>
          <p:nvPr/>
        </p:nvSpPr>
        <p:spPr>
          <a:xfrm xmlns:a="http://schemas.openxmlformats.org/drawingml/2006/main">
            <a:off x="609600" y="1809750"/>
            <a:ext cx="619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600" b="1">
                <a:solidFill>
                  <a:srgbClr val="FFFFFF"/>
                </a:solidFill>
                <a:latin typeface="Bitstream Charter"/>
                <a:ea typeface="Bitstream Charter"/>
                <a:cs typeface="Bitstream Charter"/>
              </a:defRPr>
            </a:defPPr>
            <a:lvl1pPr algn="l">
              <a:defRPr sz="6600" b="1">
                <a:solidFill>
                  <a:srgbClr val="FFFFFF"/>
                </a:solidFill>
                <a:latin typeface="Bitstream Charter"/>
                <a:ea typeface="Bitstream Charter"/>
                <a:cs typeface="Bitstream Charter"/>
              </a:defRPr>
            </a:lvl1pPr>
            <a:lvl2pPr algn="l">
              <a:defRPr sz="6600" b="1">
                <a:solidFill>
                  <a:srgbClr val="FFFFFF"/>
                </a:solidFill>
                <a:latin typeface="Bitstream Charter"/>
                <a:ea typeface="Bitstream Charter"/>
                <a:cs typeface="Bitstream Charter"/>
              </a:defRPr>
            </a:lvl2pPr>
            <a:lvl3pPr algn="l">
              <a:defRPr sz="6600" b="1">
                <a:solidFill>
                  <a:srgbClr val="FFFFFF"/>
                </a:solidFill>
                <a:latin typeface="Bitstream Charter"/>
                <a:ea typeface="Bitstream Charter"/>
                <a:cs typeface="Bitstream Charter"/>
              </a:defRPr>
            </a:lvl3pPr>
            <a:lvl4pPr algn="l">
              <a:defRPr sz="6600" b="1">
                <a:solidFill>
                  <a:srgbClr val="FFFFFF"/>
                </a:solidFill>
                <a:latin typeface="Bitstream Charter"/>
                <a:ea typeface="Bitstream Charter"/>
                <a:cs typeface="Bitstream Charter"/>
              </a:defRPr>
            </a:lvl4pPr>
            <a:lvl5pPr algn="l">
              <a:defRPr sz="6600" b="1">
                <a:solidFill>
                  <a:srgbClr val="FFFFFF"/>
                </a:solidFill>
                <a:latin typeface="Bitstream Charter"/>
                <a:ea typeface="Bitstream Charter"/>
                <a:cs typeface="Bitstream Charter"/>
              </a:defRPr>
            </a:lvl5pPr>
            <a:lvl6pPr algn="l">
              <a:defRPr sz="6600" b="1">
                <a:solidFill>
                  <a:srgbClr val="FFFFFF"/>
                </a:solidFill>
                <a:latin typeface="Bitstream Charter"/>
                <a:ea typeface="Bitstream Charter"/>
                <a:cs typeface="Bitstream Charter"/>
              </a:defRPr>
            </a:lvl6pPr>
            <a:lvl7pPr algn="l">
              <a:defRPr sz="6600" b="1">
                <a:solidFill>
                  <a:srgbClr val="FFFFFF"/>
                </a:solidFill>
                <a:latin typeface="Bitstream Charter"/>
                <a:ea typeface="Bitstream Charter"/>
                <a:cs typeface="Bitstream Charter"/>
              </a:defRPr>
            </a:lvl7pPr>
            <a:lvl8pPr algn="l">
              <a:defRPr sz="6600" b="1">
                <a:solidFill>
                  <a:srgbClr val="FFFFFF"/>
                </a:solidFill>
                <a:latin typeface="Bitstream Charter"/>
                <a:ea typeface="Bitstream Charter"/>
                <a:cs typeface="Bitstream Charter"/>
              </a:defRPr>
            </a:lvl8pPr>
            <a:lvl9pPr algn="l">
              <a:defRPr sz="6600" b="1">
                <a:solidFill>
                  <a:srgbClr val="FFFFFF"/>
                </a:solidFill>
                <a:latin typeface="Bitstream Charter"/>
                <a:ea typeface="Bitstream Charter"/>
                <a:cs typeface="Bitstream Charter"/>
              </a:defRPr>
            </a:lvl9pPr>
          </a:lstStyle>
          <a:p xmlns:a="http://schemas.openxmlformats.org/drawingml/2006/main">
            <a:pPr algn="l">
              <a:defRPr sz="6600" b="1">
                <a:solidFill>
                  <a:srgbClr val="FFFFFF"/>
                </a:solidFill>
                <a:latin typeface="Bitstream Charter"/>
                <a:ea typeface="Bitstream Charter"/>
                <a:cs typeface="Bitstream Charter"/>
              </a:defRPr>
            </a:pPr>
            <a:r>
              <a:rPr sz="6600" b="1">
                <a:solidFill>
                  <a:srgbClr val="FFFFFF"/>
                </a:solidFill>
                <a:latin typeface="Bitstream Charter"/>
                <a:ea typeface="Bitstream Charter"/>
                <a:cs typeface="Bitstream Charter"/>
              </a:rPr>
              <a:t>GridPulse</a:t>
            </a:r>
          </a:p>
        </p:txBody>
      </p:sp>
      <p:sp>
        <p:nvSpPr>
          <p:cNvPr id="3" name="">
            <a:extLst xmlns:a="http://schemas.openxmlformats.org/drawingml/2006/main">
              <a:ext uri="{FF2B5EF4-FFF2-40B4-BE49-F238E27FC236}">
                <a16:creationId xmlns:a16="http://schemas.microsoft.com/office/drawing/2014/main" id="{8D944E9B-45F0-4DE2-BB15-3A433569F8DC}"/>
              </a:ext>
            </a:extLst>
          </p:cNvPr>
          <p:cNvSpPr>
            <a:spLocks xmlns:a="http://schemas.openxmlformats.org/drawingml/2006/main" noGrp="1"/>
          </p:cNvSpPr>
          <p:nvPr/>
        </p:nvSpPr>
        <p:spPr>
          <a:xfrm xmlns:a="http://schemas.openxmlformats.org/drawingml/2006/main">
            <a:off x="647700" y="3009900"/>
            <a:ext cx="619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FFFFFF"/>
                </a:solidFill>
                <a:latin typeface="Bitstream Charter"/>
                <a:ea typeface="Bitstream Charter"/>
                <a:cs typeface="Bitstream Charter"/>
              </a:defRPr>
            </a:defPPr>
            <a:lvl1pPr algn="l">
              <a:defRPr sz="2850" b="0">
                <a:solidFill>
                  <a:srgbClr val="FFFFFF"/>
                </a:solidFill>
                <a:latin typeface="Bitstream Charter"/>
                <a:ea typeface="Bitstream Charter"/>
                <a:cs typeface="Bitstream Charter"/>
              </a:defRPr>
            </a:lvl1pPr>
            <a:lvl2pPr algn="l">
              <a:defRPr sz="2850" b="0">
                <a:solidFill>
                  <a:srgbClr val="FFFFFF"/>
                </a:solidFill>
                <a:latin typeface="Bitstream Charter"/>
                <a:ea typeface="Bitstream Charter"/>
                <a:cs typeface="Bitstream Charter"/>
              </a:defRPr>
            </a:lvl2pPr>
            <a:lvl3pPr algn="l">
              <a:defRPr sz="2850" b="0">
                <a:solidFill>
                  <a:srgbClr val="FFFFFF"/>
                </a:solidFill>
                <a:latin typeface="Bitstream Charter"/>
                <a:ea typeface="Bitstream Charter"/>
                <a:cs typeface="Bitstream Charter"/>
              </a:defRPr>
            </a:lvl3pPr>
            <a:lvl4pPr algn="l">
              <a:defRPr sz="2850" b="0">
                <a:solidFill>
                  <a:srgbClr val="FFFFFF"/>
                </a:solidFill>
                <a:latin typeface="Bitstream Charter"/>
                <a:ea typeface="Bitstream Charter"/>
                <a:cs typeface="Bitstream Charter"/>
              </a:defRPr>
            </a:lvl4pPr>
            <a:lvl5pPr algn="l">
              <a:defRPr sz="2850" b="0">
                <a:solidFill>
                  <a:srgbClr val="FFFFFF"/>
                </a:solidFill>
                <a:latin typeface="Bitstream Charter"/>
                <a:ea typeface="Bitstream Charter"/>
                <a:cs typeface="Bitstream Charter"/>
              </a:defRPr>
            </a:lvl5pPr>
            <a:lvl6pPr algn="l">
              <a:defRPr sz="2850" b="0">
                <a:solidFill>
                  <a:srgbClr val="FFFFFF"/>
                </a:solidFill>
                <a:latin typeface="Bitstream Charter"/>
                <a:ea typeface="Bitstream Charter"/>
                <a:cs typeface="Bitstream Charter"/>
              </a:defRPr>
            </a:lvl6pPr>
            <a:lvl7pPr algn="l">
              <a:defRPr sz="2850" b="0">
                <a:solidFill>
                  <a:srgbClr val="FFFFFF"/>
                </a:solidFill>
                <a:latin typeface="Bitstream Charter"/>
                <a:ea typeface="Bitstream Charter"/>
                <a:cs typeface="Bitstream Charter"/>
              </a:defRPr>
            </a:lvl7pPr>
            <a:lvl8pPr algn="l">
              <a:defRPr sz="2850" b="0">
                <a:solidFill>
                  <a:srgbClr val="FFFFFF"/>
                </a:solidFill>
                <a:latin typeface="Bitstream Charter"/>
                <a:ea typeface="Bitstream Charter"/>
                <a:cs typeface="Bitstream Charter"/>
              </a:defRPr>
            </a:lvl8pPr>
            <a:lvl9pPr algn="l">
              <a:defRPr sz="2850" b="0">
                <a:solidFill>
                  <a:srgbClr val="FFFFFF"/>
                </a:solidFill>
                <a:latin typeface="Bitstream Charter"/>
                <a:ea typeface="Bitstream Charter"/>
                <a:cs typeface="Bitstream Charter"/>
              </a:defRPr>
            </a:lvl9pPr>
          </a:lstStyle>
          <a:p xmlns:a="http://schemas.openxmlformats.org/drawingml/2006/main">
            <a:pPr algn="l">
              <a:defRPr sz="2850" b="0">
                <a:solidFill>
                  <a:srgbClr val="FFFFFF"/>
                </a:solidFill>
                <a:latin typeface="Bitstream Charter"/>
                <a:ea typeface="Bitstream Charter"/>
                <a:cs typeface="Bitstream Charter"/>
              </a:defRPr>
            </a:pPr>
            <a:r>
              <a:rPr sz="2850" b="0">
                <a:solidFill>
                  <a:srgbClr val="FFFFFF"/>
                </a:solidFill>
                <a:latin typeface="Bitstream Charter"/>
                <a:ea typeface="Bitstream Charter"/>
                <a:cs typeface="Bitstream Charter"/>
              </a:rPr>
              <a:t>Smart Energy Microgrid &amp;</a:t>
            </a:r>
          </a:p>
          <a:p xmlns:a="http://schemas.openxmlformats.org/drawingml/2006/main">
            <a:pPr algn="l">
              <a:defRPr sz="2850" b="0">
                <a:solidFill>
                  <a:srgbClr val="FFFFFF"/>
                </a:solidFill>
                <a:latin typeface="Bitstream Charter"/>
                <a:ea typeface="Bitstream Charter"/>
                <a:cs typeface="Bitstream Charter"/>
              </a:defRPr>
            </a:pPr>
            <a:r>
              <a:rPr sz="2850" b="0">
                <a:solidFill>
                  <a:srgbClr val="FFFFFF"/>
                </a:solidFill>
                <a:latin typeface="Bitstream Charter"/>
                <a:ea typeface="Bitstream Charter"/>
                <a:cs typeface="Bitstream Charter"/>
              </a:rPr>
              <a:t>Demand Forecasting Engine</a:t>
            </a:r>
          </a:p>
        </p:txBody>
      </p:sp>
      <p:sp>
        <p:nvSpPr>
          <p:cNvPr id="4" name="">
            <a:extLst xmlns:a="http://schemas.openxmlformats.org/drawingml/2006/main">
              <a:ext uri="{FF2B5EF4-FFF2-40B4-BE49-F238E27FC236}">
                <a16:creationId xmlns:a16="http://schemas.microsoft.com/office/drawing/2014/main" id="{815208C2-AA7D-4C67-8A45-CB2212ABB1C2}"/>
              </a:ext>
            </a:extLst>
          </p:cNvPr>
          <p:cNvSpPr>
            <a:spLocks xmlns:a="http://schemas.openxmlformats.org/drawingml/2006/main" noGrp="1"/>
          </p:cNvSpPr>
          <p:nvPr/>
        </p:nvSpPr>
        <p:spPr>
          <a:xfrm xmlns:a="http://schemas.openxmlformats.org/drawingml/2006/main">
            <a:off x="647700" y="5391150"/>
            <a:ext cx="6191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BAD5CC"/>
                </a:solidFill>
                <a:latin typeface="Bitstream Charter"/>
                <a:ea typeface="Bitstream Charter"/>
                <a:cs typeface="Bitstream Charter"/>
              </a:defRPr>
            </a:defPPr>
            <a:lvl1pPr algn="l">
              <a:defRPr sz="1950" b="0">
                <a:solidFill>
                  <a:srgbClr val="BAD5CC"/>
                </a:solidFill>
                <a:latin typeface="Bitstream Charter"/>
                <a:ea typeface="Bitstream Charter"/>
                <a:cs typeface="Bitstream Charter"/>
              </a:defRPr>
            </a:lvl1pPr>
            <a:lvl2pPr algn="l">
              <a:defRPr sz="1950" b="0">
                <a:solidFill>
                  <a:srgbClr val="BAD5CC"/>
                </a:solidFill>
                <a:latin typeface="Bitstream Charter"/>
                <a:ea typeface="Bitstream Charter"/>
                <a:cs typeface="Bitstream Charter"/>
              </a:defRPr>
            </a:lvl2pPr>
            <a:lvl3pPr algn="l">
              <a:defRPr sz="1950" b="0">
                <a:solidFill>
                  <a:srgbClr val="BAD5CC"/>
                </a:solidFill>
                <a:latin typeface="Bitstream Charter"/>
                <a:ea typeface="Bitstream Charter"/>
                <a:cs typeface="Bitstream Charter"/>
              </a:defRPr>
            </a:lvl3pPr>
            <a:lvl4pPr algn="l">
              <a:defRPr sz="1950" b="0">
                <a:solidFill>
                  <a:srgbClr val="BAD5CC"/>
                </a:solidFill>
                <a:latin typeface="Bitstream Charter"/>
                <a:ea typeface="Bitstream Charter"/>
                <a:cs typeface="Bitstream Charter"/>
              </a:defRPr>
            </a:lvl4pPr>
            <a:lvl5pPr algn="l">
              <a:defRPr sz="1950" b="0">
                <a:solidFill>
                  <a:srgbClr val="BAD5CC"/>
                </a:solidFill>
                <a:latin typeface="Bitstream Charter"/>
                <a:ea typeface="Bitstream Charter"/>
                <a:cs typeface="Bitstream Charter"/>
              </a:defRPr>
            </a:lvl5pPr>
            <a:lvl6pPr algn="l">
              <a:defRPr sz="1950" b="0">
                <a:solidFill>
                  <a:srgbClr val="BAD5CC"/>
                </a:solidFill>
                <a:latin typeface="Bitstream Charter"/>
                <a:ea typeface="Bitstream Charter"/>
                <a:cs typeface="Bitstream Charter"/>
              </a:defRPr>
            </a:lvl6pPr>
            <a:lvl7pPr algn="l">
              <a:defRPr sz="1950" b="0">
                <a:solidFill>
                  <a:srgbClr val="BAD5CC"/>
                </a:solidFill>
                <a:latin typeface="Bitstream Charter"/>
                <a:ea typeface="Bitstream Charter"/>
                <a:cs typeface="Bitstream Charter"/>
              </a:defRPr>
            </a:lvl7pPr>
            <a:lvl8pPr algn="l">
              <a:defRPr sz="1950" b="0">
                <a:solidFill>
                  <a:srgbClr val="BAD5CC"/>
                </a:solidFill>
                <a:latin typeface="Bitstream Charter"/>
                <a:ea typeface="Bitstream Charter"/>
                <a:cs typeface="Bitstream Charter"/>
              </a:defRPr>
            </a:lvl8pPr>
            <a:lvl9pPr algn="l">
              <a:defRPr sz="1950" b="0">
                <a:solidFill>
                  <a:srgbClr val="BAD5CC"/>
                </a:solidFill>
                <a:latin typeface="Bitstream Charter"/>
                <a:ea typeface="Bitstream Charter"/>
                <a:cs typeface="Bitstream Charter"/>
              </a:defRPr>
            </a:lvl9pPr>
          </a:lstStyle>
          <a:p xmlns:a="http://schemas.openxmlformats.org/drawingml/2006/main">
            <a:pPr algn="l">
              <a:defRPr sz="1950" b="0">
                <a:solidFill>
                  <a:srgbClr val="BAD5CC"/>
                </a:solidFill>
                <a:latin typeface="Bitstream Charter"/>
                <a:ea typeface="Bitstream Charter"/>
                <a:cs typeface="Bitstream Charter"/>
              </a:defRPr>
            </a:pPr>
            <a:r>
              <a:rPr sz="1950" b="0">
                <a:solidFill>
                  <a:srgbClr val="BAD5CC"/>
                </a:solidFill>
                <a:latin typeface="Bitstream Charter"/>
                <a:ea typeface="Bitstream Charter"/>
                <a:cs typeface="Bitstream Charter"/>
              </a:rPr>
              <a:t>Prashant Sharma</a:t>
            </a:r>
          </a:p>
          <a:p xmlns:a="http://schemas.openxmlformats.org/drawingml/2006/main">
            <a:pPr algn="l">
              <a:defRPr sz="1950" b="0">
                <a:solidFill>
                  <a:srgbClr val="BAD5CC"/>
                </a:solidFill>
                <a:latin typeface="Bitstream Charter"/>
                <a:ea typeface="Bitstream Charter"/>
                <a:cs typeface="Bitstream Charter"/>
              </a:defRPr>
            </a:pPr>
            <a:r>
              <a:rPr sz="1950" b="0">
                <a:solidFill>
                  <a:srgbClr val="BAD5CC"/>
                </a:solidFill>
                <a:latin typeface="Bitstream Charter"/>
                <a:ea typeface="Bitstream Charter"/>
                <a:cs typeface="Bitstream Charter"/>
              </a:rPr>
              <a:t>HackSphere 3.0</a:t>
            </a:r>
          </a:p>
        </p:txBody>
      </p:sp>
    </p:spTree>
    <p:extLst>
      <p:ext uri="{BB962C8B-B14F-4D97-AF65-F5344CB8AC3E}">
        <p14:creationId xmlns:p14="http://schemas.microsoft.com/office/powerpoint/2010/main" val="1964418113"/>
      </p:ext>
    </p:extLst>
  </p:cSld>
</p:sld>
</file>

<file path=ppt/slides/slide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C5EF786-C742-4A11-B9AC-B7DB351BF18A}"/>
              </a:ext>
            </a:extLst>
          </p:cNvPr>
          <p:cNvSpPr>
            <a:spLocks xmlns:a="http://schemas.openxmlformats.org/drawingml/2006/main" noGrp="1"/>
          </p:cNvSpPr>
          <p:nvPr/>
        </p:nvSpPr>
        <p:spPr>
          <a:xfrm xmlns:a="http://schemas.openxmlformats.org/drawingml/2006/main">
            <a:off x="609600" y="457200"/>
            <a:ext cx="10953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42D31"/>
                </a:solidFill>
                <a:latin typeface="Bitstream Charter"/>
                <a:ea typeface="Bitstream Charter"/>
                <a:cs typeface="Bitstream Charter"/>
              </a:defRPr>
            </a:defPPr>
            <a:lvl1pPr algn="l">
              <a:defRPr sz="3450" b="1">
                <a:solidFill>
                  <a:srgbClr val="142D31"/>
                </a:solidFill>
                <a:latin typeface="Bitstream Charter"/>
                <a:ea typeface="Bitstream Charter"/>
                <a:cs typeface="Bitstream Charter"/>
              </a:defRPr>
            </a:lvl1pPr>
            <a:lvl2pPr algn="l">
              <a:defRPr sz="3450" b="1">
                <a:solidFill>
                  <a:srgbClr val="142D31"/>
                </a:solidFill>
                <a:latin typeface="Bitstream Charter"/>
                <a:ea typeface="Bitstream Charter"/>
                <a:cs typeface="Bitstream Charter"/>
              </a:defRPr>
            </a:lvl2pPr>
            <a:lvl3pPr algn="l">
              <a:defRPr sz="3450" b="1">
                <a:solidFill>
                  <a:srgbClr val="142D31"/>
                </a:solidFill>
                <a:latin typeface="Bitstream Charter"/>
                <a:ea typeface="Bitstream Charter"/>
                <a:cs typeface="Bitstream Charter"/>
              </a:defRPr>
            </a:lvl3pPr>
            <a:lvl4pPr algn="l">
              <a:defRPr sz="3450" b="1">
                <a:solidFill>
                  <a:srgbClr val="142D31"/>
                </a:solidFill>
                <a:latin typeface="Bitstream Charter"/>
                <a:ea typeface="Bitstream Charter"/>
                <a:cs typeface="Bitstream Charter"/>
              </a:defRPr>
            </a:lvl4pPr>
            <a:lvl5pPr algn="l">
              <a:defRPr sz="3450" b="1">
                <a:solidFill>
                  <a:srgbClr val="142D31"/>
                </a:solidFill>
                <a:latin typeface="Bitstream Charter"/>
                <a:ea typeface="Bitstream Charter"/>
                <a:cs typeface="Bitstream Charter"/>
              </a:defRPr>
            </a:lvl5pPr>
            <a:lvl6pPr algn="l">
              <a:defRPr sz="3450" b="1">
                <a:solidFill>
                  <a:srgbClr val="142D31"/>
                </a:solidFill>
                <a:latin typeface="Bitstream Charter"/>
                <a:ea typeface="Bitstream Charter"/>
                <a:cs typeface="Bitstream Charter"/>
              </a:defRPr>
            </a:lvl6pPr>
            <a:lvl7pPr algn="l">
              <a:defRPr sz="3450" b="1">
                <a:solidFill>
                  <a:srgbClr val="142D31"/>
                </a:solidFill>
                <a:latin typeface="Bitstream Charter"/>
                <a:ea typeface="Bitstream Charter"/>
                <a:cs typeface="Bitstream Charter"/>
              </a:defRPr>
            </a:lvl7pPr>
            <a:lvl8pPr algn="l">
              <a:defRPr sz="3450" b="1">
                <a:solidFill>
                  <a:srgbClr val="142D31"/>
                </a:solidFill>
                <a:latin typeface="Bitstream Charter"/>
                <a:ea typeface="Bitstream Charter"/>
                <a:cs typeface="Bitstream Charter"/>
              </a:defRPr>
            </a:lvl8pPr>
            <a:lvl9pPr algn="l">
              <a:defRPr sz="3450" b="1">
                <a:solidFill>
                  <a:srgbClr val="142D31"/>
                </a:solidFill>
                <a:latin typeface="Bitstream Charter"/>
                <a:ea typeface="Bitstream Charter"/>
                <a:cs typeface="Bitstream Charter"/>
              </a:defRPr>
            </a:lvl9pPr>
          </a:lstStyle>
          <a:p xmlns:a="http://schemas.openxmlformats.org/drawingml/2006/main">
            <a:pPr algn="l">
              <a:defRPr sz="3450" b="1">
                <a:solidFill>
                  <a:srgbClr val="142D31"/>
                </a:solidFill>
                <a:latin typeface="Bitstream Charter"/>
                <a:ea typeface="Bitstream Charter"/>
                <a:cs typeface="Bitstream Charter"/>
              </a:defRPr>
            </a:pPr>
            <a:r>
              <a:rPr sz="3450" b="1">
                <a:solidFill>
                  <a:srgbClr val="142D31"/>
                </a:solidFill>
                <a:latin typeface="Bitstream Charter"/>
                <a:ea typeface="Bitstream Charter"/>
                <a:cs typeface="Bitstream Charter"/>
              </a:rPr>
              <a:t>The microgrid planning problem</a:t>
            </a:r>
          </a:p>
        </p:txBody>
      </p:sp>
      <p:sp>
        <p:nvSpPr>
          <p:cNvPr id="2" name="">
            <a:extLst xmlns:a="http://schemas.openxmlformats.org/drawingml/2006/main">
              <a:ext uri="{FF2B5EF4-FFF2-40B4-BE49-F238E27FC236}">
                <a16:creationId xmlns:a16="http://schemas.microsoft.com/office/drawing/2014/main" id="{B5AE6A32-2CC4-44B2-B269-63A13F0F4A3A}"/>
              </a:ext>
            </a:extLst>
          </p:cNvPr>
          <p:cNvSpPr>
            <a:spLocks xmlns:a="http://schemas.openxmlformats.org/drawingml/2006/main" noGrp="1"/>
          </p:cNvSpPr>
          <p:nvPr/>
        </p:nvSpPr>
        <p:spPr>
          <a:xfrm xmlns:a="http://schemas.openxmlformats.org/drawingml/2006/main">
            <a:off x="11096625" y="63817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7074"/>
                </a:solidFill>
                <a:latin typeface="Bitstream Charter"/>
                <a:ea typeface="Bitstream Charter"/>
                <a:cs typeface="Bitstream Charter"/>
              </a:defRPr>
            </a:defPPr>
            <a:lvl1pPr algn="r">
              <a:defRPr sz="1275" b="0">
                <a:solidFill>
                  <a:srgbClr val="567074"/>
                </a:solidFill>
                <a:latin typeface="Bitstream Charter"/>
                <a:ea typeface="Bitstream Charter"/>
                <a:cs typeface="Bitstream Charter"/>
              </a:defRPr>
            </a:lvl1pPr>
            <a:lvl2pPr algn="r">
              <a:defRPr sz="1275" b="0">
                <a:solidFill>
                  <a:srgbClr val="567074"/>
                </a:solidFill>
                <a:latin typeface="Bitstream Charter"/>
                <a:ea typeface="Bitstream Charter"/>
                <a:cs typeface="Bitstream Charter"/>
              </a:defRPr>
            </a:lvl2pPr>
            <a:lvl3pPr algn="r">
              <a:defRPr sz="1275" b="0">
                <a:solidFill>
                  <a:srgbClr val="567074"/>
                </a:solidFill>
                <a:latin typeface="Bitstream Charter"/>
                <a:ea typeface="Bitstream Charter"/>
                <a:cs typeface="Bitstream Charter"/>
              </a:defRPr>
            </a:lvl3pPr>
            <a:lvl4pPr algn="r">
              <a:defRPr sz="1275" b="0">
                <a:solidFill>
                  <a:srgbClr val="567074"/>
                </a:solidFill>
                <a:latin typeface="Bitstream Charter"/>
                <a:ea typeface="Bitstream Charter"/>
                <a:cs typeface="Bitstream Charter"/>
              </a:defRPr>
            </a:lvl4pPr>
            <a:lvl5pPr algn="r">
              <a:defRPr sz="1275" b="0">
                <a:solidFill>
                  <a:srgbClr val="567074"/>
                </a:solidFill>
                <a:latin typeface="Bitstream Charter"/>
                <a:ea typeface="Bitstream Charter"/>
                <a:cs typeface="Bitstream Charter"/>
              </a:defRPr>
            </a:lvl5pPr>
            <a:lvl6pPr algn="r">
              <a:defRPr sz="1275" b="0">
                <a:solidFill>
                  <a:srgbClr val="567074"/>
                </a:solidFill>
                <a:latin typeface="Bitstream Charter"/>
                <a:ea typeface="Bitstream Charter"/>
                <a:cs typeface="Bitstream Charter"/>
              </a:defRPr>
            </a:lvl6pPr>
            <a:lvl7pPr algn="r">
              <a:defRPr sz="1275" b="0">
                <a:solidFill>
                  <a:srgbClr val="567074"/>
                </a:solidFill>
                <a:latin typeface="Bitstream Charter"/>
                <a:ea typeface="Bitstream Charter"/>
                <a:cs typeface="Bitstream Charter"/>
              </a:defRPr>
            </a:lvl7pPr>
            <a:lvl8pPr algn="r">
              <a:defRPr sz="1275" b="0">
                <a:solidFill>
                  <a:srgbClr val="567074"/>
                </a:solidFill>
                <a:latin typeface="Bitstream Charter"/>
                <a:ea typeface="Bitstream Charter"/>
                <a:cs typeface="Bitstream Charter"/>
              </a:defRPr>
            </a:lvl8pPr>
            <a:lvl9pPr algn="r">
              <a:defRPr sz="1275" b="0">
                <a:solidFill>
                  <a:srgbClr val="567074"/>
                </a:solidFill>
                <a:latin typeface="Bitstream Charter"/>
                <a:ea typeface="Bitstream Charter"/>
                <a:cs typeface="Bitstream Charter"/>
              </a:defRPr>
            </a:lvl9pPr>
          </a:lstStyle>
          <a:p xmlns:a="http://schemas.openxmlformats.org/drawingml/2006/main">
            <a:pPr algn="r">
              <a:defRPr sz="1275" b="0">
                <a:solidFill>
                  <a:srgbClr val="567074"/>
                </a:solidFill>
                <a:latin typeface="Bitstream Charter"/>
                <a:ea typeface="Bitstream Charter"/>
                <a:cs typeface="Bitstream Charter"/>
              </a:defRPr>
            </a:pPr>
            <a:r>
              <a:rPr sz="1275" b="0">
                <a:solidFill>
                  <a:srgbClr val="567074"/>
                </a:solidFill>
                <a:latin typeface="Bitstream Charter"/>
                <a:ea typeface="Bitstream Charter"/>
                <a:cs typeface="Bitstream Charter"/>
              </a:rPr>
              <a:t>02</a:t>
            </a:r>
          </a:p>
        </p:txBody>
      </p:sp>
      <p:sp>
        <p:nvSpPr>
          <p:cNvPr id="3" name="">
            <a:extLst xmlns:a="http://schemas.openxmlformats.org/drawingml/2006/main">
              <a:ext uri="{FF2B5EF4-FFF2-40B4-BE49-F238E27FC236}">
                <a16:creationId xmlns:a16="http://schemas.microsoft.com/office/drawing/2014/main" id="{5FE32039-B2BB-4F90-8135-8DCABFA71BFF}"/>
              </a:ext>
            </a:extLst>
          </p:cNvPr>
          <p:cNvSpPr>
            <a:spLocks xmlns:a="http://schemas.openxmlformats.org/drawingml/2006/main" noGrp="1"/>
          </p:cNvSpPr>
          <p:nvPr/>
        </p:nvSpPr>
        <p:spPr>
          <a:xfrm xmlns:a="http://schemas.openxmlformats.org/drawingml/2006/main">
            <a:off x="609600" y="2047875"/>
            <a:ext cx="6000750"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1">
                <a:solidFill>
                  <a:srgbClr val="142D31"/>
                </a:solidFill>
                <a:latin typeface="Bitstream Charter"/>
                <a:ea typeface="Bitstream Charter"/>
                <a:cs typeface="Bitstream Charter"/>
              </a:defRPr>
            </a:defPPr>
            <a:lvl1pPr algn="l">
              <a:defRPr sz="3150" b="1">
                <a:solidFill>
                  <a:srgbClr val="142D31"/>
                </a:solidFill>
                <a:latin typeface="Bitstream Charter"/>
                <a:ea typeface="Bitstream Charter"/>
                <a:cs typeface="Bitstream Charter"/>
              </a:defRPr>
            </a:lvl1pPr>
            <a:lvl2pPr algn="l">
              <a:defRPr sz="3150" b="1">
                <a:solidFill>
                  <a:srgbClr val="142D31"/>
                </a:solidFill>
                <a:latin typeface="Bitstream Charter"/>
                <a:ea typeface="Bitstream Charter"/>
                <a:cs typeface="Bitstream Charter"/>
              </a:defRPr>
            </a:lvl2pPr>
            <a:lvl3pPr algn="l">
              <a:defRPr sz="3150" b="1">
                <a:solidFill>
                  <a:srgbClr val="142D31"/>
                </a:solidFill>
                <a:latin typeface="Bitstream Charter"/>
                <a:ea typeface="Bitstream Charter"/>
                <a:cs typeface="Bitstream Charter"/>
              </a:defRPr>
            </a:lvl3pPr>
            <a:lvl4pPr algn="l">
              <a:defRPr sz="3150" b="1">
                <a:solidFill>
                  <a:srgbClr val="142D31"/>
                </a:solidFill>
                <a:latin typeface="Bitstream Charter"/>
                <a:ea typeface="Bitstream Charter"/>
                <a:cs typeface="Bitstream Charter"/>
              </a:defRPr>
            </a:lvl4pPr>
            <a:lvl5pPr algn="l">
              <a:defRPr sz="3150" b="1">
                <a:solidFill>
                  <a:srgbClr val="142D31"/>
                </a:solidFill>
                <a:latin typeface="Bitstream Charter"/>
                <a:ea typeface="Bitstream Charter"/>
                <a:cs typeface="Bitstream Charter"/>
              </a:defRPr>
            </a:lvl5pPr>
            <a:lvl6pPr algn="l">
              <a:defRPr sz="3150" b="1">
                <a:solidFill>
                  <a:srgbClr val="142D31"/>
                </a:solidFill>
                <a:latin typeface="Bitstream Charter"/>
                <a:ea typeface="Bitstream Charter"/>
                <a:cs typeface="Bitstream Charter"/>
              </a:defRPr>
            </a:lvl6pPr>
            <a:lvl7pPr algn="l">
              <a:defRPr sz="3150" b="1">
                <a:solidFill>
                  <a:srgbClr val="142D31"/>
                </a:solidFill>
                <a:latin typeface="Bitstream Charter"/>
                <a:ea typeface="Bitstream Charter"/>
                <a:cs typeface="Bitstream Charter"/>
              </a:defRPr>
            </a:lvl7pPr>
            <a:lvl8pPr algn="l">
              <a:defRPr sz="3150" b="1">
                <a:solidFill>
                  <a:srgbClr val="142D31"/>
                </a:solidFill>
                <a:latin typeface="Bitstream Charter"/>
                <a:ea typeface="Bitstream Charter"/>
                <a:cs typeface="Bitstream Charter"/>
              </a:defRPr>
            </a:lvl8pPr>
            <a:lvl9pPr algn="l">
              <a:defRPr sz="3150" b="1">
                <a:solidFill>
                  <a:srgbClr val="142D31"/>
                </a:solidFill>
                <a:latin typeface="Bitstream Charter"/>
                <a:ea typeface="Bitstream Charter"/>
                <a:cs typeface="Bitstream Charter"/>
              </a:defRPr>
            </a:lvl9pPr>
          </a:lstStyle>
          <a:p xmlns:a="http://schemas.openxmlformats.org/drawingml/2006/main">
            <a:pPr algn="l">
              <a:defRPr sz="3150" b="1">
                <a:solidFill>
                  <a:srgbClr val="142D31"/>
                </a:solidFill>
                <a:latin typeface="Bitstream Charter"/>
                <a:ea typeface="Bitstream Charter"/>
                <a:cs typeface="Bitstream Charter"/>
              </a:defRPr>
            </a:pPr>
            <a:r>
              <a:rPr sz="3150" b="1">
                <a:solidFill>
                  <a:srgbClr val="142D31"/>
                </a:solidFill>
                <a:latin typeface="Bitstream Charter"/>
                <a:ea typeface="Bitstream Charter"/>
                <a:cs typeface="Bitstream Charter"/>
              </a:rPr>
              <a:t>Operators need an hourly</a:t>
            </a:r>
          </a:p>
          <a:p xmlns:a="http://schemas.openxmlformats.org/drawingml/2006/main">
            <a:pPr algn="l">
              <a:defRPr sz="3150" b="1">
                <a:solidFill>
                  <a:srgbClr val="142D31"/>
                </a:solidFill>
                <a:latin typeface="Bitstream Charter"/>
                <a:ea typeface="Bitstream Charter"/>
                <a:cs typeface="Bitstream Charter"/>
              </a:defRPr>
            </a:pPr>
            <a:r>
              <a:rPr sz="3150" b="1">
                <a:solidFill>
                  <a:srgbClr val="142D31"/>
                </a:solidFill>
                <a:latin typeface="Bitstream Charter"/>
                <a:ea typeface="Bitstream Charter"/>
                <a:cs typeface="Bitstream Charter"/>
              </a:rPr>
              <a:t>view of demand before</a:t>
            </a:r>
          </a:p>
          <a:p xmlns:a="http://schemas.openxmlformats.org/drawingml/2006/main">
            <a:pPr algn="l">
              <a:defRPr sz="3150" b="1">
                <a:solidFill>
                  <a:srgbClr val="142D31"/>
                </a:solidFill>
                <a:latin typeface="Bitstream Charter"/>
                <a:ea typeface="Bitstream Charter"/>
                <a:cs typeface="Bitstream Charter"/>
              </a:defRPr>
            </a:pPr>
            <a:r>
              <a:rPr sz="3150" b="1">
                <a:solidFill>
                  <a:srgbClr val="142D31"/>
                </a:solidFill>
                <a:latin typeface="Bitstream Charter"/>
                <a:ea typeface="Bitstream Charter"/>
                <a:cs typeface="Bitstream Charter"/>
              </a:rPr>
              <a:t>choosing grid or storage.</a:t>
            </a:r>
          </a:p>
        </p:txBody>
      </p:sp>
      <p:sp>
        <p:nvSpPr>
          <p:cNvPr id="4" name="">
            <a:extLst xmlns:a="http://schemas.openxmlformats.org/drawingml/2006/main">
              <a:ext uri="{FF2B5EF4-FFF2-40B4-BE49-F238E27FC236}">
                <a16:creationId xmlns:a16="http://schemas.microsoft.com/office/drawing/2014/main" id="{84B3FA9F-9890-4E01-BE5A-2CC71C5F9044}"/>
              </a:ext>
            </a:extLst>
          </p:cNvPr>
          <p:cNvSpPr>
            <a:spLocks xmlns:a="http://schemas.openxmlformats.org/drawingml/2006/main" noGrp="1"/>
          </p:cNvSpPr>
          <p:nvPr/>
        </p:nvSpPr>
        <p:spPr>
          <a:xfrm xmlns:a="http://schemas.openxmlformats.org/drawingml/2006/main">
            <a:off x="7572375" y="2000250"/>
            <a:ext cx="4000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68B78"/>
                </a:solidFill>
                <a:latin typeface="Bitstream Charter"/>
                <a:ea typeface="Bitstream Charter"/>
                <a:cs typeface="Bitstream Charter"/>
              </a:defRPr>
            </a:defPPr>
            <a:lvl1pPr algn="l">
              <a:defRPr sz="2100" b="1">
                <a:solidFill>
                  <a:srgbClr val="168B78"/>
                </a:solidFill>
                <a:latin typeface="Bitstream Charter"/>
                <a:ea typeface="Bitstream Charter"/>
                <a:cs typeface="Bitstream Charter"/>
              </a:defRPr>
            </a:lvl1pPr>
            <a:lvl2pPr algn="l">
              <a:defRPr sz="2100" b="1">
                <a:solidFill>
                  <a:srgbClr val="168B78"/>
                </a:solidFill>
                <a:latin typeface="Bitstream Charter"/>
                <a:ea typeface="Bitstream Charter"/>
                <a:cs typeface="Bitstream Charter"/>
              </a:defRPr>
            </a:lvl2pPr>
            <a:lvl3pPr algn="l">
              <a:defRPr sz="2100" b="1">
                <a:solidFill>
                  <a:srgbClr val="168B78"/>
                </a:solidFill>
                <a:latin typeface="Bitstream Charter"/>
                <a:ea typeface="Bitstream Charter"/>
                <a:cs typeface="Bitstream Charter"/>
              </a:defRPr>
            </a:lvl3pPr>
            <a:lvl4pPr algn="l">
              <a:defRPr sz="2100" b="1">
                <a:solidFill>
                  <a:srgbClr val="168B78"/>
                </a:solidFill>
                <a:latin typeface="Bitstream Charter"/>
                <a:ea typeface="Bitstream Charter"/>
                <a:cs typeface="Bitstream Charter"/>
              </a:defRPr>
            </a:lvl4pPr>
            <a:lvl5pPr algn="l">
              <a:defRPr sz="2100" b="1">
                <a:solidFill>
                  <a:srgbClr val="168B78"/>
                </a:solidFill>
                <a:latin typeface="Bitstream Charter"/>
                <a:ea typeface="Bitstream Charter"/>
                <a:cs typeface="Bitstream Charter"/>
              </a:defRPr>
            </a:lvl5pPr>
            <a:lvl6pPr algn="l">
              <a:defRPr sz="2100" b="1">
                <a:solidFill>
                  <a:srgbClr val="168B78"/>
                </a:solidFill>
                <a:latin typeface="Bitstream Charter"/>
                <a:ea typeface="Bitstream Charter"/>
                <a:cs typeface="Bitstream Charter"/>
              </a:defRPr>
            </a:lvl6pPr>
            <a:lvl7pPr algn="l">
              <a:defRPr sz="2100" b="1">
                <a:solidFill>
                  <a:srgbClr val="168B78"/>
                </a:solidFill>
                <a:latin typeface="Bitstream Charter"/>
                <a:ea typeface="Bitstream Charter"/>
                <a:cs typeface="Bitstream Charter"/>
              </a:defRPr>
            </a:lvl7pPr>
            <a:lvl8pPr algn="l">
              <a:defRPr sz="2100" b="1">
                <a:solidFill>
                  <a:srgbClr val="168B78"/>
                </a:solidFill>
                <a:latin typeface="Bitstream Charter"/>
                <a:ea typeface="Bitstream Charter"/>
                <a:cs typeface="Bitstream Charter"/>
              </a:defRPr>
            </a:lvl8pPr>
            <a:lvl9pPr algn="l">
              <a:defRPr sz="2100" b="1">
                <a:solidFill>
                  <a:srgbClr val="168B78"/>
                </a:solidFill>
                <a:latin typeface="Bitstream Charter"/>
                <a:ea typeface="Bitstream Charter"/>
                <a:cs typeface="Bitstream Charter"/>
              </a:defRPr>
            </a:lvl9pPr>
          </a:lstStyle>
          <a:p xmlns:a="http://schemas.openxmlformats.org/drawingml/2006/main">
            <a:pPr algn="l">
              <a:defRPr sz="2100" b="1">
                <a:solidFill>
                  <a:srgbClr val="168B78"/>
                </a:solidFill>
                <a:latin typeface="Bitstream Charter"/>
                <a:ea typeface="Bitstream Charter"/>
                <a:cs typeface="Bitstream Charter"/>
              </a:defRPr>
            </a:pPr>
            <a:r>
              <a:rPr sz="2100" b="1">
                <a:solidFill>
                  <a:srgbClr val="168B78"/>
                </a:solidFill>
                <a:latin typeface="Bitstream Charter"/>
                <a:ea typeface="Bitstream Charter"/>
                <a:cs typeface="Bitstream Charter"/>
              </a:rPr>
              <a:t>What the plan must reveal</a:t>
            </a:r>
          </a:p>
        </p:txBody>
      </p:sp>
      <p:sp>
        <p:nvSpPr>
          <p:cNvPr id="5" name="">
            <a:extLst xmlns:a="http://schemas.openxmlformats.org/drawingml/2006/main">
              <a:ext uri="{FF2B5EF4-FFF2-40B4-BE49-F238E27FC236}">
                <a16:creationId xmlns:a16="http://schemas.microsoft.com/office/drawing/2014/main" id="{ED240545-3A34-46D2-8DA1-58B9615432DB}"/>
              </a:ext>
            </a:extLst>
          </p:cNvPr>
          <p:cNvSpPr>
            <a:spLocks xmlns:a="http://schemas.openxmlformats.org/drawingml/2006/main" noGrp="1"/>
          </p:cNvSpPr>
          <p:nvPr/>
        </p:nvSpPr>
        <p:spPr>
          <a:xfrm xmlns:a="http://schemas.openxmlformats.org/drawingml/2006/main">
            <a:off x="7572375" y="2667000"/>
            <a:ext cx="4000500" cy="2524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2D31"/>
                </a:solidFill>
                <a:latin typeface="Bitstream Charter"/>
                <a:ea typeface="Bitstream Charter"/>
                <a:cs typeface="Bitstream Charter"/>
              </a:defRPr>
            </a:defPPr>
            <a:lvl1pPr algn="l">
              <a:defRPr sz="2025" b="0">
                <a:solidFill>
                  <a:srgbClr val="142D31"/>
                </a:solidFill>
                <a:latin typeface="Bitstream Charter"/>
                <a:ea typeface="Bitstream Charter"/>
                <a:cs typeface="Bitstream Charter"/>
              </a:defRPr>
            </a:lvl1pPr>
            <a:lvl2pPr algn="l">
              <a:defRPr sz="2025" b="0">
                <a:solidFill>
                  <a:srgbClr val="142D31"/>
                </a:solidFill>
                <a:latin typeface="Bitstream Charter"/>
                <a:ea typeface="Bitstream Charter"/>
                <a:cs typeface="Bitstream Charter"/>
              </a:defRPr>
            </a:lvl2pPr>
            <a:lvl3pPr algn="l">
              <a:defRPr sz="2025" b="0">
                <a:solidFill>
                  <a:srgbClr val="142D31"/>
                </a:solidFill>
                <a:latin typeface="Bitstream Charter"/>
                <a:ea typeface="Bitstream Charter"/>
                <a:cs typeface="Bitstream Charter"/>
              </a:defRPr>
            </a:lvl3pPr>
            <a:lvl4pPr algn="l">
              <a:defRPr sz="2025" b="0">
                <a:solidFill>
                  <a:srgbClr val="142D31"/>
                </a:solidFill>
                <a:latin typeface="Bitstream Charter"/>
                <a:ea typeface="Bitstream Charter"/>
                <a:cs typeface="Bitstream Charter"/>
              </a:defRPr>
            </a:lvl4pPr>
            <a:lvl5pPr algn="l">
              <a:defRPr sz="2025" b="0">
                <a:solidFill>
                  <a:srgbClr val="142D31"/>
                </a:solidFill>
                <a:latin typeface="Bitstream Charter"/>
                <a:ea typeface="Bitstream Charter"/>
                <a:cs typeface="Bitstream Charter"/>
              </a:defRPr>
            </a:lvl5pPr>
            <a:lvl6pPr algn="l">
              <a:defRPr sz="2025" b="0">
                <a:solidFill>
                  <a:srgbClr val="142D31"/>
                </a:solidFill>
                <a:latin typeface="Bitstream Charter"/>
                <a:ea typeface="Bitstream Charter"/>
                <a:cs typeface="Bitstream Charter"/>
              </a:defRPr>
            </a:lvl6pPr>
            <a:lvl7pPr algn="l">
              <a:defRPr sz="2025" b="0">
                <a:solidFill>
                  <a:srgbClr val="142D31"/>
                </a:solidFill>
                <a:latin typeface="Bitstream Charter"/>
                <a:ea typeface="Bitstream Charter"/>
                <a:cs typeface="Bitstream Charter"/>
              </a:defRPr>
            </a:lvl7pPr>
            <a:lvl8pPr algn="l">
              <a:defRPr sz="2025" b="0">
                <a:solidFill>
                  <a:srgbClr val="142D31"/>
                </a:solidFill>
                <a:latin typeface="Bitstream Charter"/>
                <a:ea typeface="Bitstream Charter"/>
                <a:cs typeface="Bitstream Charter"/>
              </a:defRPr>
            </a:lvl8pPr>
            <a:lvl9pPr algn="l">
              <a:defRPr sz="2025" b="0">
                <a:solidFill>
                  <a:srgbClr val="142D31"/>
                </a:solidFill>
                <a:latin typeface="Bitstream Charter"/>
                <a:ea typeface="Bitstream Charter"/>
                <a:cs typeface="Bitstream Charter"/>
              </a:defRPr>
            </a:lvl9pPr>
          </a:lstStyle>
          <a:p xmlns:a="http://schemas.openxmlformats.org/drawingml/2006/main">
            <a:pPr algn="l">
              <a:defRPr sz="2025" b="0">
                <a:solidFill>
                  <a:srgbClr val="142D31"/>
                </a:solidFill>
                <a:latin typeface="Bitstream Charter"/>
                <a:ea typeface="Bitstream Charter"/>
                <a:cs typeface="Bitstream Charter"/>
              </a:defRPr>
            </a:pPr>
            <a:r>
              <a:rPr sz="2025" b="0">
                <a:solidFill>
                  <a:srgbClr val="142D31"/>
                </a:solidFill>
                <a:latin typeface="Bitstream Charter"/>
                <a:ea typeface="Bitstream Charter"/>
                <a:cs typeface="Bitstream Charter"/>
              </a:rPr>
              <a:t>When demand rises</a:t>
            </a:r>
          </a:p>
          <a:p xmlns:a="http://schemas.openxmlformats.org/drawingml/2006/main">
            <a:r>
              <a:t/>
            </a:r>
          </a:p>
          <a:p xmlns:a="http://schemas.openxmlformats.org/drawingml/2006/main">
            <a:pPr algn="l">
              <a:defRPr sz="2025" b="0">
                <a:solidFill>
                  <a:srgbClr val="142D31"/>
                </a:solidFill>
                <a:latin typeface="Bitstream Charter"/>
                <a:ea typeface="Bitstream Charter"/>
                <a:cs typeface="Bitstream Charter"/>
              </a:defRPr>
            </a:pPr>
            <a:r>
              <a:rPr sz="2025" b="0">
                <a:solidFill>
                  <a:srgbClr val="142D31"/>
                </a:solidFill>
                <a:latin typeface="Bitstream Charter"/>
                <a:ea typeface="Bitstream Charter"/>
                <a:cs typeface="Bitstream Charter"/>
              </a:rPr>
              <a:t>Which source the rules select</a:t>
            </a:r>
          </a:p>
          <a:p xmlns:a="http://schemas.openxmlformats.org/drawingml/2006/main">
            <a:r>
              <a:t/>
            </a:r>
          </a:p>
          <a:p xmlns:a="http://schemas.openxmlformats.org/drawingml/2006/main">
            <a:pPr algn="l">
              <a:defRPr sz="2025" b="0">
                <a:solidFill>
                  <a:srgbClr val="142D31"/>
                </a:solidFill>
                <a:latin typeface="Bitstream Charter"/>
                <a:ea typeface="Bitstream Charter"/>
                <a:cs typeface="Bitstream Charter"/>
              </a:defRPr>
            </a:pPr>
            <a:r>
              <a:rPr sz="2025" b="0">
                <a:solidFill>
                  <a:srgbClr val="142D31"/>
                </a:solidFill>
                <a:latin typeface="Bitstream Charter"/>
                <a:ea typeface="Bitstream Charter"/>
                <a:cs typeface="Bitstream Charter"/>
              </a:rPr>
              <a:t>When overloads or shortfalls appear</a:t>
            </a:r>
          </a:p>
        </p:txBody>
      </p:sp>
      <p:sp>
        <p:nvSpPr>
          <p:cNvPr id="6" name="">
            <a:extLst xmlns:a="http://schemas.openxmlformats.org/drawingml/2006/main">
              <a:ext uri="{FF2B5EF4-FFF2-40B4-BE49-F238E27FC236}">
                <a16:creationId xmlns:a16="http://schemas.microsoft.com/office/drawing/2014/main" id="{E84CA812-3071-475F-84F1-65F209F4F52C}"/>
              </a:ext>
            </a:extLst>
          </p:cNvPr>
          <p:cNvSpPr>
            <a:spLocks xmlns:a="http://schemas.openxmlformats.org/drawingml/2006/main" noGrp="1"/>
          </p:cNvSpPr>
          <p:nvPr/>
        </p:nvSpPr>
        <p:spPr>
          <a:xfrm xmlns:a="http://schemas.openxmlformats.org/drawingml/2006/main">
            <a:off x="609600" y="6210300"/>
            <a:ext cx="1019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67074"/>
                </a:solidFill>
                <a:latin typeface="Bitstream Charter"/>
                <a:ea typeface="Bitstream Charter"/>
                <a:cs typeface="Bitstream Charter"/>
              </a:defRPr>
            </a:defPPr>
            <a:lvl1pPr algn="l">
              <a:defRPr sz="1275" b="0">
                <a:solidFill>
                  <a:srgbClr val="567074"/>
                </a:solidFill>
                <a:latin typeface="Bitstream Charter"/>
                <a:ea typeface="Bitstream Charter"/>
                <a:cs typeface="Bitstream Charter"/>
              </a:defRPr>
            </a:lvl1pPr>
            <a:lvl2pPr algn="l">
              <a:defRPr sz="1275" b="0">
                <a:solidFill>
                  <a:srgbClr val="567074"/>
                </a:solidFill>
                <a:latin typeface="Bitstream Charter"/>
                <a:ea typeface="Bitstream Charter"/>
                <a:cs typeface="Bitstream Charter"/>
              </a:defRPr>
            </a:lvl2pPr>
            <a:lvl3pPr algn="l">
              <a:defRPr sz="1275" b="0">
                <a:solidFill>
                  <a:srgbClr val="567074"/>
                </a:solidFill>
                <a:latin typeface="Bitstream Charter"/>
                <a:ea typeface="Bitstream Charter"/>
                <a:cs typeface="Bitstream Charter"/>
              </a:defRPr>
            </a:lvl3pPr>
            <a:lvl4pPr algn="l">
              <a:defRPr sz="1275" b="0">
                <a:solidFill>
                  <a:srgbClr val="567074"/>
                </a:solidFill>
                <a:latin typeface="Bitstream Charter"/>
                <a:ea typeface="Bitstream Charter"/>
                <a:cs typeface="Bitstream Charter"/>
              </a:defRPr>
            </a:lvl4pPr>
            <a:lvl5pPr algn="l">
              <a:defRPr sz="1275" b="0">
                <a:solidFill>
                  <a:srgbClr val="567074"/>
                </a:solidFill>
                <a:latin typeface="Bitstream Charter"/>
                <a:ea typeface="Bitstream Charter"/>
                <a:cs typeface="Bitstream Charter"/>
              </a:defRPr>
            </a:lvl5pPr>
            <a:lvl6pPr algn="l">
              <a:defRPr sz="1275" b="0">
                <a:solidFill>
                  <a:srgbClr val="567074"/>
                </a:solidFill>
                <a:latin typeface="Bitstream Charter"/>
                <a:ea typeface="Bitstream Charter"/>
                <a:cs typeface="Bitstream Charter"/>
              </a:defRPr>
            </a:lvl6pPr>
            <a:lvl7pPr algn="l">
              <a:defRPr sz="1275" b="0">
                <a:solidFill>
                  <a:srgbClr val="567074"/>
                </a:solidFill>
                <a:latin typeface="Bitstream Charter"/>
                <a:ea typeface="Bitstream Charter"/>
                <a:cs typeface="Bitstream Charter"/>
              </a:defRPr>
            </a:lvl7pPr>
            <a:lvl8pPr algn="l">
              <a:defRPr sz="1275" b="0">
                <a:solidFill>
                  <a:srgbClr val="567074"/>
                </a:solidFill>
                <a:latin typeface="Bitstream Charter"/>
                <a:ea typeface="Bitstream Charter"/>
                <a:cs typeface="Bitstream Charter"/>
              </a:defRPr>
            </a:lvl8pPr>
            <a:lvl9pPr algn="l">
              <a:defRPr sz="1275" b="0">
                <a:solidFill>
                  <a:srgbClr val="567074"/>
                </a:solidFill>
                <a:latin typeface="Bitstream Charter"/>
                <a:ea typeface="Bitstream Charter"/>
                <a:cs typeface="Bitstream Charter"/>
              </a:defRPr>
            </a:lvl9pPr>
          </a:lstStyle>
          <a:p xmlns:a="http://schemas.openxmlformats.org/drawingml/2006/main">
            <a:pPr algn="l">
              <a:defRPr sz="1275" b="0">
                <a:solidFill>
                  <a:srgbClr val="567074"/>
                </a:solidFill>
                <a:latin typeface="Bitstream Charter"/>
                <a:ea typeface="Bitstream Charter"/>
                <a:cs typeface="Bitstream Charter"/>
              </a:defRPr>
            </a:pPr>
            <a:r>
              <a:rPr sz="1275" b="0">
                <a:solidFill>
                  <a:srgbClr val="567074"/>
                </a:solidFill>
                <a:latin typeface="Bitstream Charter"/>
                <a:ea typeface="Bitstream Charter"/>
                <a:cs typeface="Bitstream Charter"/>
              </a:rPr>
              <a:t>Proposed users: campus energy teams and local microgrid operators</a:t>
            </a:r>
          </a:p>
        </p:txBody>
      </p:sp>
    </p:spTree>
    <p:extLst>
      <p:ext uri="{BB962C8B-B14F-4D97-AF65-F5344CB8AC3E}">
        <p14:creationId xmlns:p14="http://schemas.microsoft.com/office/powerpoint/2010/main" val="820626487"/>
      </p:ext>
    </p:extLst>
  </p:cSld>
</p:sld>
</file>

<file path=ppt/slides/slide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D7F1FB3-2659-465E-95F8-3A5D379603F7}"/>
              </a:ext>
            </a:extLst>
          </p:cNvPr>
          <p:cNvSpPr>
            <a:spLocks xmlns:a="http://schemas.openxmlformats.org/drawingml/2006/main" noGrp="1"/>
          </p:cNvSpPr>
          <p:nvPr/>
        </p:nvSpPr>
        <p:spPr>
          <a:xfrm xmlns:a="http://schemas.openxmlformats.org/drawingml/2006/main">
            <a:off x="609600" y="457200"/>
            <a:ext cx="10953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42D31"/>
                </a:solidFill>
                <a:latin typeface="Bitstream Charter"/>
                <a:ea typeface="Bitstream Charter"/>
                <a:cs typeface="Bitstream Charter"/>
              </a:defRPr>
            </a:defPPr>
            <a:lvl1pPr algn="l">
              <a:defRPr sz="3450" b="1">
                <a:solidFill>
                  <a:srgbClr val="142D31"/>
                </a:solidFill>
                <a:latin typeface="Bitstream Charter"/>
                <a:ea typeface="Bitstream Charter"/>
                <a:cs typeface="Bitstream Charter"/>
              </a:defRPr>
            </a:lvl1pPr>
            <a:lvl2pPr algn="l">
              <a:defRPr sz="3450" b="1">
                <a:solidFill>
                  <a:srgbClr val="142D31"/>
                </a:solidFill>
                <a:latin typeface="Bitstream Charter"/>
                <a:ea typeface="Bitstream Charter"/>
                <a:cs typeface="Bitstream Charter"/>
              </a:defRPr>
            </a:lvl2pPr>
            <a:lvl3pPr algn="l">
              <a:defRPr sz="3450" b="1">
                <a:solidFill>
                  <a:srgbClr val="142D31"/>
                </a:solidFill>
                <a:latin typeface="Bitstream Charter"/>
                <a:ea typeface="Bitstream Charter"/>
                <a:cs typeface="Bitstream Charter"/>
              </a:defRPr>
            </a:lvl3pPr>
            <a:lvl4pPr algn="l">
              <a:defRPr sz="3450" b="1">
                <a:solidFill>
                  <a:srgbClr val="142D31"/>
                </a:solidFill>
                <a:latin typeface="Bitstream Charter"/>
                <a:ea typeface="Bitstream Charter"/>
                <a:cs typeface="Bitstream Charter"/>
              </a:defRPr>
            </a:lvl4pPr>
            <a:lvl5pPr algn="l">
              <a:defRPr sz="3450" b="1">
                <a:solidFill>
                  <a:srgbClr val="142D31"/>
                </a:solidFill>
                <a:latin typeface="Bitstream Charter"/>
                <a:ea typeface="Bitstream Charter"/>
                <a:cs typeface="Bitstream Charter"/>
              </a:defRPr>
            </a:lvl5pPr>
            <a:lvl6pPr algn="l">
              <a:defRPr sz="3450" b="1">
                <a:solidFill>
                  <a:srgbClr val="142D31"/>
                </a:solidFill>
                <a:latin typeface="Bitstream Charter"/>
                <a:ea typeface="Bitstream Charter"/>
                <a:cs typeface="Bitstream Charter"/>
              </a:defRPr>
            </a:lvl6pPr>
            <a:lvl7pPr algn="l">
              <a:defRPr sz="3450" b="1">
                <a:solidFill>
                  <a:srgbClr val="142D31"/>
                </a:solidFill>
                <a:latin typeface="Bitstream Charter"/>
                <a:ea typeface="Bitstream Charter"/>
                <a:cs typeface="Bitstream Charter"/>
              </a:defRPr>
            </a:lvl7pPr>
            <a:lvl8pPr algn="l">
              <a:defRPr sz="3450" b="1">
                <a:solidFill>
                  <a:srgbClr val="142D31"/>
                </a:solidFill>
                <a:latin typeface="Bitstream Charter"/>
                <a:ea typeface="Bitstream Charter"/>
                <a:cs typeface="Bitstream Charter"/>
              </a:defRPr>
            </a:lvl8pPr>
            <a:lvl9pPr algn="l">
              <a:defRPr sz="3450" b="1">
                <a:solidFill>
                  <a:srgbClr val="142D31"/>
                </a:solidFill>
                <a:latin typeface="Bitstream Charter"/>
                <a:ea typeface="Bitstream Charter"/>
                <a:cs typeface="Bitstream Charter"/>
              </a:defRPr>
            </a:lvl9pPr>
          </a:lstStyle>
          <a:p xmlns:a="http://schemas.openxmlformats.org/drawingml/2006/main">
            <a:pPr algn="l">
              <a:defRPr sz="3450" b="1">
                <a:solidFill>
                  <a:srgbClr val="142D31"/>
                </a:solidFill>
                <a:latin typeface="Bitstream Charter"/>
                <a:ea typeface="Bitstream Charter"/>
                <a:cs typeface="Bitstream Charter"/>
              </a:defRPr>
            </a:pPr>
            <a:r>
              <a:rPr sz="3450" b="1">
                <a:solidFill>
                  <a:srgbClr val="142D31"/>
                </a:solidFill>
                <a:latin typeface="Bitstream Charter"/>
                <a:ea typeface="Bitstream Charter"/>
                <a:cs typeface="Bitstream Charter"/>
              </a:rPr>
              <a:t>A complete 24-hour dispatch workflow</a:t>
            </a:r>
          </a:p>
        </p:txBody>
      </p:sp>
      <p:sp>
        <p:nvSpPr>
          <p:cNvPr id="2" name="">
            <a:extLst xmlns:a="http://schemas.openxmlformats.org/drawingml/2006/main">
              <a:ext uri="{FF2B5EF4-FFF2-40B4-BE49-F238E27FC236}">
                <a16:creationId xmlns:a16="http://schemas.microsoft.com/office/drawing/2014/main" id="{18E1AE68-6CD0-42CA-9E08-A33FC553406E}"/>
              </a:ext>
            </a:extLst>
          </p:cNvPr>
          <p:cNvSpPr>
            <a:spLocks xmlns:a="http://schemas.openxmlformats.org/drawingml/2006/main" noGrp="1"/>
          </p:cNvSpPr>
          <p:nvPr/>
        </p:nvSpPr>
        <p:spPr>
          <a:xfrm xmlns:a="http://schemas.openxmlformats.org/drawingml/2006/main">
            <a:off x="11096625" y="63817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7074"/>
                </a:solidFill>
                <a:latin typeface="Bitstream Charter"/>
                <a:ea typeface="Bitstream Charter"/>
                <a:cs typeface="Bitstream Charter"/>
              </a:defRPr>
            </a:defPPr>
            <a:lvl1pPr algn="r">
              <a:defRPr sz="1275" b="0">
                <a:solidFill>
                  <a:srgbClr val="567074"/>
                </a:solidFill>
                <a:latin typeface="Bitstream Charter"/>
                <a:ea typeface="Bitstream Charter"/>
                <a:cs typeface="Bitstream Charter"/>
              </a:defRPr>
            </a:lvl1pPr>
            <a:lvl2pPr algn="r">
              <a:defRPr sz="1275" b="0">
                <a:solidFill>
                  <a:srgbClr val="567074"/>
                </a:solidFill>
                <a:latin typeface="Bitstream Charter"/>
                <a:ea typeface="Bitstream Charter"/>
                <a:cs typeface="Bitstream Charter"/>
              </a:defRPr>
            </a:lvl2pPr>
            <a:lvl3pPr algn="r">
              <a:defRPr sz="1275" b="0">
                <a:solidFill>
                  <a:srgbClr val="567074"/>
                </a:solidFill>
                <a:latin typeface="Bitstream Charter"/>
                <a:ea typeface="Bitstream Charter"/>
                <a:cs typeface="Bitstream Charter"/>
              </a:defRPr>
            </a:lvl3pPr>
            <a:lvl4pPr algn="r">
              <a:defRPr sz="1275" b="0">
                <a:solidFill>
                  <a:srgbClr val="567074"/>
                </a:solidFill>
                <a:latin typeface="Bitstream Charter"/>
                <a:ea typeface="Bitstream Charter"/>
                <a:cs typeface="Bitstream Charter"/>
              </a:defRPr>
            </a:lvl4pPr>
            <a:lvl5pPr algn="r">
              <a:defRPr sz="1275" b="0">
                <a:solidFill>
                  <a:srgbClr val="567074"/>
                </a:solidFill>
                <a:latin typeface="Bitstream Charter"/>
                <a:ea typeface="Bitstream Charter"/>
                <a:cs typeface="Bitstream Charter"/>
              </a:defRPr>
            </a:lvl5pPr>
            <a:lvl6pPr algn="r">
              <a:defRPr sz="1275" b="0">
                <a:solidFill>
                  <a:srgbClr val="567074"/>
                </a:solidFill>
                <a:latin typeface="Bitstream Charter"/>
                <a:ea typeface="Bitstream Charter"/>
                <a:cs typeface="Bitstream Charter"/>
              </a:defRPr>
            </a:lvl6pPr>
            <a:lvl7pPr algn="r">
              <a:defRPr sz="1275" b="0">
                <a:solidFill>
                  <a:srgbClr val="567074"/>
                </a:solidFill>
                <a:latin typeface="Bitstream Charter"/>
                <a:ea typeface="Bitstream Charter"/>
                <a:cs typeface="Bitstream Charter"/>
              </a:defRPr>
            </a:lvl7pPr>
            <a:lvl8pPr algn="r">
              <a:defRPr sz="1275" b="0">
                <a:solidFill>
                  <a:srgbClr val="567074"/>
                </a:solidFill>
                <a:latin typeface="Bitstream Charter"/>
                <a:ea typeface="Bitstream Charter"/>
                <a:cs typeface="Bitstream Charter"/>
              </a:defRPr>
            </a:lvl8pPr>
            <a:lvl9pPr algn="r">
              <a:defRPr sz="1275" b="0">
                <a:solidFill>
                  <a:srgbClr val="567074"/>
                </a:solidFill>
                <a:latin typeface="Bitstream Charter"/>
                <a:ea typeface="Bitstream Charter"/>
                <a:cs typeface="Bitstream Charter"/>
              </a:defRPr>
            </a:lvl9pPr>
          </a:lstStyle>
          <a:p xmlns:a="http://schemas.openxmlformats.org/drawingml/2006/main">
            <a:pPr algn="r">
              <a:defRPr sz="1275" b="0">
                <a:solidFill>
                  <a:srgbClr val="567074"/>
                </a:solidFill>
                <a:latin typeface="Bitstream Charter"/>
                <a:ea typeface="Bitstream Charter"/>
                <a:cs typeface="Bitstream Charter"/>
              </a:defRPr>
            </a:pPr>
            <a:r>
              <a:rPr sz="1275" b="0">
                <a:solidFill>
                  <a:srgbClr val="567074"/>
                </a:solidFill>
                <a:latin typeface="Bitstream Charter"/>
                <a:ea typeface="Bitstream Charter"/>
                <a:cs typeface="Bitstream Charter"/>
              </a:rPr>
              <a:t>03</a:t>
            </a:r>
          </a:p>
        </p:txBody>
      </p:sp>
      <p:sp>
        <p:nvSpPr>
          <p:cNvPr id="3" name="">
            <a:extLst xmlns:a="http://schemas.openxmlformats.org/drawingml/2006/main">
              <a:ext uri="{FF2B5EF4-FFF2-40B4-BE49-F238E27FC236}">
                <a16:creationId xmlns:a16="http://schemas.microsoft.com/office/drawing/2014/main" id="{684670D1-0670-4C90-A02E-6A292685FDF1}"/>
              </a:ext>
            </a:extLst>
          </p:cNvPr>
          <p:cNvSpPr>
            <a:spLocks xmlns:a="http://schemas.openxmlformats.org/drawingml/2006/main" noGrp="1"/>
          </p:cNvSpPr>
          <p:nvPr/>
        </p:nvSpPr>
        <p:spPr>
          <a:xfrm xmlns:a="http://schemas.openxmlformats.org/drawingml/2006/main">
            <a:off x="609600" y="1857375"/>
            <a:ext cx="85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68B78"/>
                </a:solidFill>
                <a:latin typeface="Bitstream Charter"/>
                <a:ea typeface="Bitstream Charter"/>
                <a:cs typeface="Bitstream Charter"/>
              </a:defRPr>
            </a:defPPr>
            <a:lvl1pPr algn="l">
              <a:defRPr sz="2550" b="1">
                <a:solidFill>
                  <a:srgbClr val="168B78"/>
                </a:solidFill>
                <a:latin typeface="Bitstream Charter"/>
                <a:ea typeface="Bitstream Charter"/>
                <a:cs typeface="Bitstream Charter"/>
              </a:defRPr>
            </a:lvl1pPr>
            <a:lvl2pPr algn="l">
              <a:defRPr sz="2550" b="1">
                <a:solidFill>
                  <a:srgbClr val="168B78"/>
                </a:solidFill>
                <a:latin typeface="Bitstream Charter"/>
                <a:ea typeface="Bitstream Charter"/>
                <a:cs typeface="Bitstream Charter"/>
              </a:defRPr>
            </a:lvl2pPr>
            <a:lvl3pPr algn="l">
              <a:defRPr sz="2550" b="1">
                <a:solidFill>
                  <a:srgbClr val="168B78"/>
                </a:solidFill>
                <a:latin typeface="Bitstream Charter"/>
                <a:ea typeface="Bitstream Charter"/>
                <a:cs typeface="Bitstream Charter"/>
              </a:defRPr>
            </a:lvl3pPr>
            <a:lvl4pPr algn="l">
              <a:defRPr sz="2550" b="1">
                <a:solidFill>
                  <a:srgbClr val="168B78"/>
                </a:solidFill>
                <a:latin typeface="Bitstream Charter"/>
                <a:ea typeface="Bitstream Charter"/>
                <a:cs typeface="Bitstream Charter"/>
              </a:defRPr>
            </a:lvl4pPr>
            <a:lvl5pPr algn="l">
              <a:defRPr sz="2550" b="1">
                <a:solidFill>
                  <a:srgbClr val="168B78"/>
                </a:solidFill>
                <a:latin typeface="Bitstream Charter"/>
                <a:ea typeface="Bitstream Charter"/>
                <a:cs typeface="Bitstream Charter"/>
              </a:defRPr>
            </a:lvl5pPr>
            <a:lvl6pPr algn="l">
              <a:defRPr sz="2550" b="1">
                <a:solidFill>
                  <a:srgbClr val="168B78"/>
                </a:solidFill>
                <a:latin typeface="Bitstream Charter"/>
                <a:ea typeface="Bitstream Charter"/>
                <a:cs typeface="Bitstream Charter"/>
              </a:defRPr>
            </a:lvl6pPr>
            <a:lvl7pPr algn="l">
              <a:defRPr sz="2550" b="1">
                <a:solidFill>
                  <a:srgbClr val="168B78"/>
                </a:solidFill>
                <a:latin typeface="Bitstream Charter"/>
                <a:ea typeface="Bitstream Charter"/>
                <a:cs typeface="Bitstream Charter"/>
              </a:defRPr>
            </a:lvl7pPr>
            <a:lvl8pPr algn="l">
              <a:defRPr sz="2550" b="1">
                <a:solidFill>
                  <a:srgbClr val="168B78"/>
                </a:solidFill>
                <a:latin typeface="Bitstream Charter"/>
                <a:ea typeface="Bitstream Charter"/>
                <a:cs typeface="Bitstream Charter"/>
              </a:defRPr>
            </a:lvl8pPr>
            <a:lvl9pPr algn="l">
              <a:defRPr sz="2550" b="1">
                <a:solidFill>
                  <a:srgbClr val="168B78"/>
                </a:solidFill>
                <a:latin typeface="Bitstream Charter"/>
                <a:ea typeface="Bitstream Charter"/>
                <a:cs typeface="Bitstream Charter"/>
              </a:defRPr>
            </a:lvl9pPr>
          </a:lstStyle>
          <a:p xmlns:a="http://schemas.openxmlformats.org/drawingml/2006/main">
            <a:pPr algn="l">
              <a:defRPr sz="2550" b="1">
                <a:solidFill>
                  <a:srgbClr val="168B78"/>
                </a:solidFill>
                <a:latin typeface="Bitstream Charter"/>
                <a:ea typeface="Bitstream Charter"/>
                <a:cs typeface="Bitstream Charter"/>
              </a:defRPr>
            </a:pPr>
            <a:r>
              <a:rPr sz="2550" b="1">
                <a:solidFill>
                  <a:srgbClr val="168B78"/>
                </a:solidFill>
                <a:latin typeface="Bitstream Charter"/>
                <a:ea typeface="Bitstream Charter"/>
                <a:cs typeface="Bitstream Charter"/>
              </a:rPr>
              <a:t>01</a:t>
            </a:r>
          </a:p>
        </p:txBody>
      </p:sp>
      <p:sp>
        <p:nvSpPr>
          <p:cNvPr id="4" name="">
            <a:extLst xmlns:a="http://schemas.openxmlformats.org/drawingml/2006/main">
              <a:ext uri="{FF2B5EF4-FFF2-40B4-BE49-F238E27FC236}">
                <a16:creationId xmlns:a16="http://schemas.microsoft.com/office/drawing/2014/main" id="{A8F87837-50A4-49B9-8F18-55A28A6E2362}"/>
              </a:ext>
            </a:extLst>
          </p:cNvPr>
          <p:cNvSpPr>
            <a:spLocks xmlns:a="http://schemas.openxmlformats.org/drawingml/2006/main" noGrp="1"/>
          </p:cNvSpPr>
          <p:nvPr/>
        </p:nvSpPr>
        <p:spPr>
          <a:xfrm xmlns:a="http://schemas.openxmlformats.org/drawingml/2006/main">
            <a:off x="1733550" y="1857375"/>
            <a:ext cx="371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42D31"/>
                </a:solidFill>
                <a:latin typeface="Bitstream Charter"/>
                <a:ea typeface="Bitstream Charter"/>
                <a:cs typeface="Bitstream Charter"/>
              </a:defRPr>
            </a:defPPr>
            <a:lvl1pPr algn="l">
              <a:defRPr sz="2325" b="1">
                <a:solidFill>
                  <a:srgbClr val="142D31"/>
                </a:solidFill>
                <a:latin typeface="Bitstream Charter"/>
                <a:ea typeface="Bitstream Charter"/>
                <a:cs typeface="Bitstream Charter"/>
              </a:defRPr>
            </a:lvl1pPr>
            <a:lvl2pPr algn="l">
              <a:defRPr sz="2325" b="1">
                <a:solidFill>
                  <a:srgbClr val="142D31"/>
                </a:solidFill>
                <a:latin typeface="Bitstream Charter"/>
                <a:ea typeface="Bitstream Charter"/>
                <a:cs typeface="Bitstream Charter"/>
              </a:defRPr>
            </a:lvl2pPr>
            <a:lvl3pPr algn="l">
              <a:defRPr sz="2325" b="1">
                <a:solidFill>
                  <a:srgbClr val="142D31"/>
                </a:solidFill>
                <a:latin typeface="Bitstream Charter"/>
                <a:ea typeface="Bitstream Charter"/>
                <a:cs typeface="Bitstream Charter"/>
              </a:defRPr>
            </a:lvl3pPr>
            <a:lvl4pPr algn="l">
              <a:defRPr sz="2325" b="1">
                <a:solidFill>
                  <a:srgbClr val="142D31"/>
                </a:solidFill>
                <a:latin typeface="Bitstream Charter"/>
                <a:ea typeface="Bitstream Charter"/>
                <a:cs typeface="Bitstream Charter"/>
              </a:defRPr>
            </a:lvl4pPr>
            <a:lvl5pPr algn="l">
              <a:defRPr sz="2325" b="1">
                <a:solidFill>
                  <a:srgbClr val="142D31"/>
                </a:solidFill>
                <a:latin typeface="Bitstream Charter"/>
                <a:ea typeface="Bitstream Charter"/>
                <a:cs typeface="Bitstream Charter"/>
              </a:defRPr>
            </a:lvl5pPr>
            <a:lvl6pPr algn="l">
              <a:defRPr sz="2325" b="1">
                <a:solidFill>
                  <a:srgbClr val="142D31"/>
                </a:solidFill>
                <a:latin typeface="Bitstream Charter"/>
                <a:ea typeface="Bitstream Charter"/>
                <a:cs typeface="Bitstream Charter"/>
              </a:defRPr>
            </a:lvl6pPr>
            <a:lvl7pPr algn="l">
              <a:defRPr sz="2325" b="1">
                <a:solidFill>
                  <a:srgbClr val="142D31"/>
                </a:solidFill>
                <a:latin typeface="Bitstream Charter"/>
                <a:ea typeface="Bitstream Charter"/>
                <a:cs typeface="Bitstream Charter"/>
              </a:defRPr>
            </a:lvl7pPr>
            <a:lvl8pPr algn="l">
              <a:defRPr sz="2325" b="1">
                <a:solidFill>
                  <a:srgbClr val="142D31"/>
                </a:solidFill>
                <a:latin typeface="Bitstream Charter"/>
                <a:ea typeface="Bitstream Charter"/>
                <a:cs typeface="Bitstream Charter"/>
              </a:defRPr>
            </a:lvl8pPr>
            <a:lvl9pPr algn="l">
              <a:defRPr sz="2325" b="1">
                <a:solidFill>
                  <a:srgbClr val="142D31"/>
                </a:solidFill>
                <a:latin typeface="Bitstream Charter"/>
                <a:ea typeface="Bitstream Charter"/>
                <a:cs typeface="Bitstream Charter"/>
              </a:defRPr>
            </a:lvl9pPr>
          </a:lstStyle>
          <a:p xmlns:a="http://schemas.openxmlformats.org/drawingml/2006/main">
            <a:pPr algn="l">
              <a:defRPr sz="2325" b="1">
                <a:solidFill>
                  <a:srgbClr val="142D31"/>
                </a:solidFill>
                <a:latin typeface="Bitstream Charter"/>
                <a:ea typeface="Bitstream Charter"/>
                <a:cs typeface="Bitstream Charter"/>
              </a:defRPr>
            </a:pPr>
            <a:r>
              <a:rPr sz="2325" b="1">
                <a:solidFill>
                  <a:srgbClr val="142D31"/>
                </a:solidFill>
                <a:latin typeface="Bitstream Charter"/>
                <a:ea typeface="Bitstream Charter"/>
                <a:cs typeface="Bitstream Charter"/>
              </a:rPr>
              <a:t>Weather input</a:t>
            </a:r>
          </a:p>
        </p:txBody>
      </p:sp>
      <p:sp>
        <p:nvSpPr>
          <p:cNvPr id="5" name="">
            <a:extLst xmlns:a="http://schemas.openxmlformats.org/drawingml/2006/main">
              <a:ext uri="{FF2B5EF4-FFF2-40B4-BE49-F238E27FC236}">
                <a16:creationId xmlns:a16="http://schemas.microsoft.com/office/drawing/2014/main" id="{E164BDAF-2195-4A4E-9E5B-776B7398D9CC}"/>
              </a:ext>
            </a:extLst>
          </p:cNvPr>
          <p:cNvSpPr>
            <a:spLocks xmlns:a="http://schemas.openxmlformats.org/drawingml/2006/main" noGrp="1"/>
          </p:cNvSpPr>
          <p:nvPr/>
        </p:nvSpPr>
        <p:spPr>
          <a:xfrm xmlns:a="http://schemas.openxmlformats.org/drawingml/2006/main">
            <a:off x="5953125" y="1885950"/>
            <a:ext cx="5572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67074"/>
                </a:solidFill>
                <a:latin typeface="Bitstream Charter"/>
                <a:ea typeface="Bitstream Charter"/>
                <a:cs typeface="Bitstream Charter"/>
              </a:defRPr>
            </a:defPPr>
            <a:lvl1pPr algn="l">
              <a:defRPr sz="2025" b="0">
                <a:solidFill>
                  <a:srgbClr val="567074"/>
                </a:solidFill>
                <a:latin typeface="Bitstream Charter"/>
                <a:ea typeface="Bitstream Charter"/>
                <a:cs typeface="Bitstream Charter"/>
              </a:defRPr>
            </a:lvl1pPr>
            <a:lvl2pPr algn="l">
              <a:defRPr sz="2025" b="0">
                <a:solidFill>
                  <a:srgbClr val="567074"/>
                </a:solidFill>
                <a:latin typeface="Bitstream Charter"/>
                <a:ea typeface="Bitstream Charter"/>
                <a:cs typeface="Bitstream Charter"/>
              </a:defRPr>
            </a:lvl2pPr>
            <a:lvl3pPr algn="l">
              <a:defRPr sz="2025" b="0">
                <a:solidFill>
                  <a:srgbClr val="567074"/>
                </a:solidFill>
                <a:latin typeface="Bitstream Charter"/>
                <a:ea typeface="Bitstream Charter"/>
                <a:cs typeface="Bitstream Charter"/>
              </a:defRPr>
            </a:lvl3pPr>
            <a:lvl4pPr algn="l">
              <a:defRPr sz="2025" b="0">
                <a:solidFill>
                  <a:srgbClr val="567074"/>
                </a:solidFill>
                <a:latin typeface="Bitstream Charter"/>
                <a:ea typeface="Bitstream Charter"/>
                <a:cs typeface="Bitstream Charter"/>
              </a:defRPr>
            </a:lvl4pPr>
            <a:lvl5pPr algn="l">
              <a:defRPr sz="2025" b="0">
                <a:solidFill>
                  <a:srgbClr val="567074"/>
                </a:solidFill>
                <a:latin typeface="Bitstream Charter"/>
                <a:ea typeface="Bitstream Charter"/>
                <a:cs typeface="Bitstream Charter"/>
              </a:defRPr>
            </a:lvl5pPr>
            <a:lvl6pPr algn="l">
              <a:defRPr sz="2025" b="0">
                <a:solidFill>
                  <a:srgbClr val="567074"/>
                </a:solidFill>
                <a:latin typeface="Bitstream Charter"/>
                <a:ea typeface="Bitstream Charter"/>
                <a:cs typeface="Bitstream Charter"/>
              </a:defRPr>
            </a:lvl6pPr>
            <a:lvl7pPr algn="l">
              <a:defRPr sz="2025" b="0">
                <a:solidFill>
                  <a:srgbClr val="567074"/>
                </a:solidFill>
                <a:latin typeface="Bitstream Charter"/>
                <a:ea typeface="Bitstream Charter"/>
                <a:cs typeface="Bitstream Charter"/>
              </a:defRPr>
            </a:lvl7pPr>
            <a:lvl8pPr algn="l">
              <a:defRPr sz="2025" b="0">
                <a:solidFill>
                  <a:srgbClr val="567074"/>
                </a:solidFill>
                <a:latin typeface="Bitstream Charter"/>
                <a:ea typeface="Bitstream Charter"/>
                <a:cs typeface="Bitstream Charter"/>
              </a:defRPr>
            </a:lvl8pPr>
            <a:lvl9pPr algn="l">
              <a:defRPr sz="2025" b="0">
                <a:solidFill>
                  <a:srgbClr val="567074"/>
                </a:solidFill>
                <a:latin typeface="Bitstream Charter"/>
                <a:ea typeface="Bitstream Charter"/>
                <a:cs typeface="Bitstream Charter"/>
              </a:defRPr>
            </a:lvl9pPr>
          </a:lstStyle>
          <a:p xmlns:a="http://schemas.openxmlformats.org/drawingml/2006/main">
            <a:pPr algn="l">
              <a:defRPr sz="2025" b="0">
                <a:solidFill>
                  <a:srgbClr val="567074"/>
                </a:solidFill>
                <a:latin typeface="Bitstream Charter"/>
                <a:ea typeface="Bitstream Charter"/>
                <a:cs typeface="Bitstream Charter"/>
              </a:defRPr>
            </a:pPr>
            <a:r>
              <a:rPr sz="2025" b="0">
                <a:solidFill>
                  <a:srgbClr val="567074"/>
                </a:solidFill>
                <a:latin typeface="Bitstream Charter"/>
                <a:ea typeface="Bitstream Charter"/>
                <a:cs typeface="Bitstream Charter"/>
              </a:rPr>
              <a:t>24 hourly records from the form or CSV</a:t>
            </a:r>
          </a:p>
        </p:txBody>
      </p:sp>
      <p:sp>
        <p:nvSpPr>
          <p:cNvPr id="6" name="">
            <a:extLst xmlns:a="http://schemas.openxmlformats.org/drawingml/2006/main">
              <a:ext uri="{FF2B5EF4-FFF2-40B4-BE49-F238E27FC236}">
                <a16:creationId xmlns:a16="http://schemas.microsoft.com/office/drawing/2014/main" id="{21C045FB-7766-45C0-A959-7CAF173EB296}"/>
              </a:ext>
            </a:extLst>
          </p:cNvPr>
          <p:cNvSpPr>
            <a:spLocks xmlns:a="http://schemas.openxmlformats.org/drawingml/2006/main" noGrp="1"/>
          </p:cNvSpPr>
          <p:nvPr/>
        </p:nvSpPr>
        <p:spPr>
          <a:xfrm xmlns:a="http://schemas.openxmlformats.org/drawingml/2006/main">
            <a:off x="609600" y="2857500"/>
            <a:ext cx="85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68B78"/>
                </a:solidFill>
                <a:latin typeface="Bitstream Charter"/>
                <a:ea typeface="Bitstream Charter"/>
                <a:cs typeface="Bitstream Charter"/>
              </a:defRPr>
            </a:defPPr>
            <a:lvl1pPr algn="l">
              <a:defRPr sz="2550" b="1">
                <a:solidFill>
                  <a:srgbClr val="168B78"/>
                </a:solidFill>
                <a:latin typeface="Bitstream Charter"/>
                <a:ea typeface="Bitstream Charter"/>
                <a:cs typeface="Bitstream Charter"/>
              </a:defRPr>
            </a:lvl1pPr>
            <a:lvl2pPr algn="l">
              <a:defRPr sz="2550" b="1">
                <a:solidFill>
                  <a:srgbClr val="168B78"/>
                </a:solidFill>
                <a:latin typeface="Bitstream Charter"/>
                <a:ea typeface="Bitstream Charter"/>
                <a:cs typeface="Bitstream Charter"/>
              </a:defRPr>
            </a:lvl2pPr>
            <a:lvl3pPr algn="l">
              <a:defRPr sz="2550" b="1">
                <a:solidFill>
                  <a:srgbClr val="168B78"/>
                </a:solidFill>
                <a:latin typeface="Bitstream Charter"/>
                <a:ea typeface="Bitstream Charter"/>
                <a:cs typeface="Bitstream Charter"/>
              </a:defRPr>
            </a:lvl3pPr>
            <a:lvl4pPr algn="l">
              <a:defRPr sz="2550" b="1">
                <a:solidFill>
                  <a:srgbClr val="168B78"/>
                </a:solidFill>
                <a:latin typeface="Bitstream Charter"/>
                <a:ea typeface="Bitstream Charter"/>
                <a:cs typeface="Bitstream Charter"/>
              </a:defRPr>
            </a:lvl4pPr>
            <a:lvl5pPr algn="l">
              <a:defRPr sz="2550" b="1">
                <a:solidFill>
                  <a:srgbClr val="168B78"/>
                </a:solidFill>
                <a:latin typeface="Bitstream Charter"/>
                <a:ea typeface="Bitstream Charter"/>
                <a:cs typeface="Bitstream Charter"/>
              </a:defRPr>
            </a:lvl5pPr>
            <a:lvl6pPr algn="l">
              <a:defRPr sz="2550" b="1">
                <a:solidFill>
                  <a:srgbClr val="168B78"/>
                </a:solidFill>
                <a:latin typeface="Bitstream Charter"/>
                <a:ea typeface="Bitstream Charter"/>
                <a:cs typeface="Bitstream Charter"/>
              </a:defRPr>
            </a:lvl6pPr>
            <a:lvl7pPr algn="l">
              <a:defRPr sz="2550" b="1">
                <a:solidFill>
                  <a:srgbClr val="168B78"/>
                </a:solidFill>
                <a:latin typeface="Bitstream Charter"/>
                <a:ea typeface="Bitstream Charter"/>
                <a:cs typeface="Bitstream Charter"/>
              </a:defRPr>
            </a:lvl7pPr>
            <a:lvl8pPr algn="l">
              <a:defRPr sz="2550" b="1">
                <a:solidFill>
                  <a:srgbClr val="168B78"/>
                </a:solidFill>
                <a:latin typeface="Bitstream Charter"/>
                <a:ea typeface="Bitstream Charter"/>
                <a:cs typeface="Bitstream Charter"/>
              </a:defRPr>
            </a:lvl8pPr>
            <a:lvl9pPr algn="l">
              <a:defRPr sz="2550" b="1">
                <a:solidFill>
                  <a:srgbClr val="168B78"/>
                </a:solidFill>
                <a:latin typeface="Bitstream Charter"/>
                <a:ea typeface="Bitstream Charter"/>
                <a:cs typeface="Bitstream Charter"/>
              </a:defRPr>
            </a:lvl9pPr>
          </a:lstStyle>
          <a:p xmlns:a="http://schemas.openxmlformats.org/drawingml/2006/main">
            <a:pPr algn="l">
              <a:defRPr sz="2550" b="1">
                <a:solidFill>
                  <a:srgbClr val="168B78"/>
                </a:solidFill>
                <a:latin typeface="Bitstream Charter"/>
                <a:ea typeface="Bitstream Charter"/>
                <a:cs typeface="Bitstream Charter"/>
              </a:defRPr>
            </a:pPr>
            <a:r>
              <a:rPr sz="2550" b="1">
                <a:solidFill>
                  <a:srgbClr val="168B78"/>
                </a:solidFill>
                <a:latin typeface="Bitstream Charter"/>
                <a:ea typeface="Bitstream Charter"/>
                <a:cs typeface="Bitstream Charter"/>
              </a:rPr>
              <a:t>02</a:t>
            </a:r>
          </a:p>
        </p:txBody>
      </p:sp>
      <p:sp>
        <p:nvSpPr>
          <p:cNvPr id="7" name="">
            <a:extLst xmlns:a="http://schemas.openxmlformats.org/drawingml/2006/main">
              <a:ext uri="{FF2B5EF4-FFF2-40B4-BE49-F238E27FC236}">
                <a16:creationId xmlns:a16="http://schemas.microsoft.com/office/drawing/2014/main" id="{AE7490B5-6AE9-46BE-AC0B-C59E829998CA}"/>
              </a:ext>
            </a:extLst>
          </p:cNvPr>
          <p:cNvSpPr>
            <a:spLocks xmlns:a="http://schemas.openxmlformats.org/drawingml/2006/main" noGrp="1"/>
          </p:cNvSpPr>
          <p:nvPr/>
        </p:nvSpPr>
        <p:spPr>
          <a:xfrm xmlns:a="http://schemas.openxmlformats.org/drawingml/2006/main">
            <a:off x="1733550" y="2857500"/>
            <a:ext cx="371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42D31"/>
                </a:solidFill>
                <a:latin typeface="Bitstream Charter"/>
                <a:ea typeface="Bitstream Charter"/>
                <a:cs typeface="Bitstream Charter"/>
              </a:defRPr>
            </a:defPPr>
            <a:lvl1pPr algn="l">
              <a:defRPr sz="2325" b="1">
                <a:solidFill>
                  <a:srgbClr val="142D31"/>
                </a:solidFill>
                <a:latin typeface="Bitstream Charter"/>
                <a:ea typeface="Bitstream Charter"/>
                <a:cs typeface="Bitstream Charter"/>
              </a:defRPr>
            </a:lvl1pPr>
            <a:lvl2pPr algn="l">
              <a:defRPr sz="2325" b="1">
                <a:solidFill>
                  <a:srgbClr val="142D31"/>
                </a:solidFill>
                <a:latin typeface="Bitstream Charter"/>
                <a:ea typeface="Bitstream Charter"/>
                <a:cs typeface="Bitstream Charter"/>
              </a:defRPr>
            </a:lvl2pPr>
            <a:lvl3pPr algn="l">
              <a:defRPr sz="2325" b="1">
                <a:solidFill>
                  <a:srgbClr val="142D31"/>
                </a:solidFill>
                <a:latin typeface="Bitstream Charter"/>
                <a:ea typeface="Bitstream Charter"/>
                <a:cs typeface="Bitstream Charter"/>
              </a:defRPr>
            </a:lvl3pPr>
            <a:lvl4pPr algn="l">
              <a:defRPr sz="2325" b="1">
                <a:solidFill>
                  <a:srgbClr val="142D31"/>
                </a:solidFill>
                <a:latin typeface="Bitstream Charter"/>
                <a:ea typeface="Bitstream Charter"/>
                <a:cs typeface="Bitstream Charter"/>
              </a:defRPr>
            </a:lvl4pPr>
            <a:lvl5pPr algn="l">
              <a:defRPr sz="2325" b="1">
                <a:solidFill>
                  <a:srgbClr val="142D31"/>
                </a:solidFill>
                <a:latin typeface="Bitstream Charter"/>
                <a:ea typeface="Bitstream Charter"/>
                <a:cs typeface="Bitstream Charter"/>
              </a:defRPr>
            </a:lvl5pPr>
            <a:lvl6pPr algn="l">
              <a:defRPr sz="2325" b="1">
                <a:solidFill>
                  <a:srgbClr val="142D31"/>
                </a:solidFill>
                <a:latin typeface="Bitstream Charter"/>
                <a:ea typeface="Bitstream Charter"/>
                <a:cs typeface="Bitstream Charter"/>
              </a:defRPr>
            </a:lvl6pPr>
            <a:lvl7pPr algn="l">
              <a:defRPr sz="2325" b="1">
                <a:solidFill>
                  <a:srgbClr val="142D31"/>
                </a:solidFill>
                <a:latin typeface="Bitstream Charter"/>
                <a:ea typeface="Bitstream Charter"/>
                <a:cs typeface="Bitstream Charter"/>
              </a:defRPr>
            </a:lvl7pPr>
            <a:lvl8pPr algn="l">
              <a:defRPr sz="2325" b="1">
                <a:solidFill>
                  <a:srgbClr val="142D31"/>
                </a:solidFill>
                <a:latin typeface="Bitstream Charter"/>
                <a:ea typeface="Bitstream Charter"/>
                <a:cs typeface="Bitstream Charter"/>
              </a:defRPr>
            </a:lvl8pPr>
            <a:lvl9pPr algn="l">
              <a:defRPr sz="2325" b="1">
                <a:solidFill>
                  <a:srgbClr val="142D31"/>
                </a:solidFill>
                <a:latin typeface="Bitstream Charter"/>
                <a:ea typeface="Bitstream Charter"/>
                <a:cs typeface="Bitstream Charter"/>
              </a:defRPr>
            </a:lvl9pPr>
          </a:lstStyle>
          <a:p xmlns:a="http://schemas.openxmlformats.org/drawingml/2006/main">
            <a:pPr algn="l">
              <a:defRPr sz="2325" b="1">
                <a:solidFill>
                  <a:srgbClr val="142D31"/>
                </a:solidFill>
                <a:latin typeface="Bitstream Charter"/>
                <a:ea typeface="Bitstream Charter"/>
                <a:cs typeface="Bitstream Charter"/>
              </a:defRPr>
            </a:pPr>
            <a:r>
              <a:rPr sz="2325" b="1">
                <a:solidFill>
                  <a:srgbClr val="142D31"/>
                </a:solidFill>
                <a:latin typeface="Bitstream Charter"/>
                <a:ea typeface="Bitstream Charter"/>
                <a:cs typeface="Bitstream Charter"/>
              </a:rPr>
              <a:t>Shared preparation</a:t>
            </a:r>
          </a:p>
        </p:txBody>
      </p:sp>
      <p:sp>
        <p:nvSpPr>
          <p:cNvPr id="8" name="">
            <a:extLst xmlns:a="http://schemas.openxmlformats.org/drawingml/2006/main">
              <a:ext uri="{FF2B5EF4-FFF2-40B4-BE49-F238E27FC236}">
                <a16:creationId xmlns:a16="http://schemas.microsoft.com/office/drawing/2014/main" id="{74BCD541-539A-4CFE-B5A9-63DB051F885D}"/>
              </a:ext>
            </a:extLst>
          </p:cNvPr>
          <p:cNvSpPr>
            <a:spLocks xmlns:a="http://schemas.openxmlformats.org/drawingml/2006/main" noGrp="1"/>
          </p:cNvSpPr>
          <p:nvPr/>
        </p:nvSpPr>
        <p:spPr>
          <a:xfrm xmlns:a="http://schemas.openxmlformats.org/drawingml/2006/main">
            <a:off x="5953125" y="2886075"/>
            <a:ext cx="5572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67074"/>
                </a:solidFill>
                <a:latin typeface="Bitstream Charter"/>
                <a:ea typeface="Bitstream Charter"/>
                <a:cs typeface="Bitstream Charter"/>
              </a:defRPr>
            </a:defPPr>
            <a:lvl1pPr algn="l">
              <a:defRPr sz="2025" b="0">
                <a:solidFill>
                  <a:srgbClr val="567074"/>
                </a:solidFill>
                <a:latin typeface="Bitstream Charter"/>
                <a:ea typeface="Bitstream Charter"/>
                <a:cs typeface="Bitstream Charter"/>
              </a:defRPr>
            </a:lvl1pPr>
            <a:lvl2pPr algn="l">
              <a:defRPr sz="2025" b="0">
                <a:solidFill>
                  <a:srgbClr val="567074"/>
                </a:solidFill>
                <a:latin typeface="Bitstream Charter"/>
                <a:ea typeface="Bitstream Charter"/>
                <a:cs typeface="Bitstream Charter"/>
              </a:defRPr>
            </a:lvl2pPr>
            <a:lvl3pPr algn="l">
              <a:defRPr sz="2025" b="0">
                <a:solidFill>
                  <a:srgbClr val="567074"/>
                </a:solidFill>
                <a:latin typeface="Bitstream Charter"/>
                <a:ea typeface="Bitstream Charter"/>
                <a:cs typeface="Bitstream Charter"/>
              </a:defRPr>
            </a:lvl3pPr>
            <a:lvl4pPr algn="l">
              <a:defRPr sz="2025" b="0">
                <a:solidFill>
                  <a:srgbClr val="567074"/>
                </a:solidFill>
                <a:latin typeface="Bitstream Charter"/>
                <a:ea typeface="Bitstream Charter"/>
                <a:cs typeface="Bitstream Charter"/>
              </a:defRPr>
            </a:lvl4pPr>
            <a:lvl5pPr algn="l">
              <a:defRPr sz="2025" b="0">
                <a:solidFill>
                  <a:srgbClr val="567074"/>
                </a:solidFill>
                <a:latin typeface="Bitstream Charter"/>
                <a:ea typeface="Bitstream Charter"/>
                <a:cs typeface="Bitstream Charter"/>
              </a:defRPr>
            </a:lvl5pPr>
            <a:lvl6pPr algn="l">
              <a:defRPr sz="2025" b="0">
                <a:solidFill>
                  <a:srgbClr val="567074"/>
                </a:solidFill>
                <a:latin typeface="Bitstream Charter"/>
                <a:ea typeface="Bitstream Charter"/>
                <a:cs typeface="Bitstream Charter"/>
              </a:defRPr>
            </a:lvl6pPr>
            <a:lvl7pPr algn="l">
              <a:defRPr sz="2025" b="0">
                <a:solidFill>
                  <a:srgbClr val="567074"/>
                </a:solidFill>
                <a:latin typeface="Bitstream Charter"/>
                <a:ea typeface="Bitstream Charter"/>
                <a:cs typeface="Bitstream Charter"/>
              </a:defRPr>
            </a:lvl7pPr>
            <a:lvl8pPr algn="l">
              <a:defRPr sz="2025" b="0">
                <a:solidFill>
                  <a:srgbClr val="567074"/>
                </a:solidFill>
                <a:latin typeface="Bitstream Charter"/>
                <a:ea typeface="Bitstream Charter"/>
                <a:cs typeface="Bitstream Charter"/>
              </a:defRPr>
            </a:lvl8pPr>
            <a:lvl9pPr algn="l">
              <a:defRPr sz="2025" b="0">
                <a:solidFill>
                  <a:srgbClr val="567074"/>
                </a:solidFill>
                <a:latin typeface="Bitstream Charter"/>
                <a:ea typeface="Bitstream Charter"/>
                <a:cs typeface="Bitstream Charter"/>
              </a:defRPr>
            </a:lvl9pPr>
          </a:lstStyle>
          <a:p xmlns:a="http://schemas.openxmlformats.org/drawingml/2006/main">
            <a:pPr algn="l">
              <a:defRPr sz="2025" b="0">
                <a:solidFill>
                  <a:srgbClr val="567074"/>
                </a:solidFill>
                <a:latin typeface="Bitstream Charter"/>
                <a:ea typeface="Bitstream Charter"/>
                <a:cs typeface="Bitstream Charter"/>
              </a:defRPr>
            </a:pPr>
            <a:r>
              <a:rPr sz="2025" b="0">
                <a:solidFill>
                  <a:srgbClr val="567074"/>
                </a:solidFill>
                <a:latin typeface="Bitstream Charter"/>
                <a:ea typeface="Bitstream Charter"/>
                <a:cs typeface="Bitstream Charter"/>
              </a:rPr>
              <a:t>Validate, impute and build 11 numeric features</a:t>
            </a:r>
          </a:p>
        </p:txBody>
      </p:sp>
      <p:sp>
        <p:nvSpPr>
          <p:cNvPr id="9" name="">
            <a:extLst xmlns:a="http://schemas.openxmlformats.org/drawingml/2006/main">
              <a:ext uri="{FF2B5EF4-FFF2-40B4-BE49-F238E27FC236}">
                <a16:creationId xmlns:a16="http://schemas.microsoft.com/office/drawing/2014/main" id="{F98C709B-7EDE-4607-B137-DE6974A21702}"/>
              </a:ext>
            </a:extLst>
          </p:cNvPr>
          <p:cNvSpPr>
            <a:spLocks xmlns:a="http://schemas.openxmlformats.org/drawingml/2006/main" noGrp="1"/>
          </p:cNvSpPr>
          <p:nvPr/>
        </p:nvSpPr>
        <p:spPr>
          <a:xfrm xmlns:a="http://schemas.openxmlformats.org/drawingml/2006/main">
            <a:off x="609600" y="3857625"/>
            <a:ext cx="85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68B78"/>
                </a:solidFill>
                <a:latin typeface="Bitstream Charter"/>
                <a:ea typeface="Bitstream Charter"/>
                <a:cs typeface="Bitstream Charter"/>
              </a:defRPr>
            </a:defPPr>
            <a:lvl1pPr algn="l">
              <a:defRPr sz="2550" b="1">
                <a:solidFill>
                  <a:srgbClr val="168B78"/>
                </a:solidFill>
                <a:latin typeface="Bitstream Charter"/>
                <a:ea typeface="Bitstream Charter"/>
                <a:cs typeface="Bitstream Charter"/>
              </a:defRPr>
            </a:lvl1pPr>
            <a:lvl2pPr algn="l">
              <a:defRPr sz="2550" b="1">
                <a:solidFill>
                  <a:srgbClr val="168B78"/>
                </a:solidFill>
                <a:latin typeface="Bitstream Charter"/>
                <a:ea typeface="Bitstream Charter"/>
                <a:cs typeface="Bitstream Charter"/>
              </a:defRPr>
            </a:lvl2pPr>
            <a:lvl3pPr algn="l">
              <a:defRPr sz="2550" b="1">
                <a:solidFill>
                  <a:srgbClr val="168B78"/>
                </a:solidFill>
                <a:latin typeface="Bitstream Charter"/>
                <a:ea typeface="Bitstream Charter"/>
                <a:cs typeface="Bitstream Charter"/>
              </a:defRPr>
            </a:lvl3pPr>
            <a:lvl4pPr algn="l">
              <a:defRPr sz="2550" b="1">
                <a:solidFill>
                  <a:srgbClr val="168B78"/>
                </a:solidFill>
                <a:latin typeface="Bitstream Charter"/>
                <a:ea typeface="Bitstream Charter"/>
                <a:cs typeface="Bitstream Charter"/>
              </a:defRPr>
            </a:lvl4pPr>
            <a:lvl5pPr algn="l">
              <a:defRPr sz="2550" b="1">
                <a:solidFill>
                  <a:srgbClr val="168B78"/>
                </a:solidFill>
                <a:latin typeface="Bitstream Charter"/>
                <a:ea typeface="Bitstream Charter"/>
                <a:cs typeface="Bitstream Charter"/>
              </a:defRPr>
            </a:lvl5pPr>
            <a:lvl6pPr algn="l">
              <a:defRPr sz="2550" b="1">
                <a:solidFill>
                  <a:srgbClr val="168B78"/>
                </a:solidFill>
                <a:latin typeface="Bitstream Charter"/>
                <a:ea typeface="Bitstream Charter"/>
                <a:cs typeface="Bitstream Charter"/>
              </a:defRPr>
            </a:lvl6pPr>
            <a:lvl7pPr algn="l">
              <a:defRPr sz="2550" b="1">
                <a:solidFill>
                  <a:srgbClr val="168B78"/>
                </a:solidFill>
                <a:latin typeface="Bitstream Charter"/>
                <a:ea typeface="Bitstream Charter"/>
                <a:cs typeface="Bitstream Charter"/>
              </a:defRPr>
            </a:lvl7pPr>
            <a:lvl8pPr algn="l">
              <a:defRPr sz="2550" b="1">
                <a:solidFill>
                  <a:srgbClr val="168B78"/>
                </a:solidFill>
                <a:latin typeface="Bitstream Charter"/>
                <a:ea typeface="Bitstream Charter"/>
                <a:cs typeface="Bitstream Charter"/>
              </a:defRPr>
            </a:lvl8pPr>
            <a:lvl9pPr algn="l">
              <a:defRPr sz="2550" b="1">
                <a:solidFill>
                  <a:srgbClr val="168B78"/>
                </a:solidFill>
                <a:latin typeface="Bitstream Charter"/>
                <a:ea typeface="Bitstream Charter"/>
                <a:cs typeface="Bitstream Charter"/>
              </a:defRPr>
            </a:lvl9pPr>
          </a:lstStyle>
          <a:p xmlns:a="http://schemas.openxmlformats.org/drawingml/2006/main">
            <a:pPr algn="l">
              <a:defRPr sz="2550" b="1">
                <a:solidFill>
                  <a:srgbClr val="168B78"/>
                </a:solidFill>
                <a:latin typeface="Bitstream Charter"/>
                <a:ea typeface="Bitstream Charter"/>
                <a:cs typeface="Bitstream Charter"/>
              </a:defRPr>
            </a:pPr>
            <a:r>
              <a:rPr sz="2550" b="1">
                <a:solidFill>
                  <a:srgbClr val="168B78"/>
                </a:solidFill>
                <a:latin typeface="Bitstream Charter"/>
                <a:ea typeface="Bitstream Charter"/>
                <a:cs typeface="Bitstream Charter"/>
              </a:rPr>
              <a:t>03</a:t>
            </a:r>
          </a:p>
        </p:txBody>
      </p:sp>
      <p:sp>
        <p:nvSpPr>
          <p:cNvPr id="10" name="">
            <a:extLst xmlns:a="http://schemas.openxmlformats.org/drawingml/2006/main">
              <a:ext uri="{FF2B5EF4-FFF2-40B4-BE49-F238E27FC236}">
                <a16:creationId xmlns:a16="http://schemas.microsoft.com/office/drawing/2014/main" id="{D5508426-71B0-43B5-833D-1804E5E30ADD}"/>
              </a:ext>
            </a:extLst>
          </p:cNvPr>
          <p:cNvSpPr>
            <a:spLocks xmlns:a="http://schemas.openxmlformats.org/drawingml/2006/main" noGrp="1"/>
          </p:cNvSpPr>
          <p:nvPr/>
        </p:nvSpPr>
        <p:spPr>
          <a:xfrm xmlns:a="http://schemas.openxmlformats.org/drawingml/2006/main">
            <a:off x="1733550" y="3857625"/>
            <a:ext cx="371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42D31"/>
                </a:solidFill>
                <a:latin typeface="Bitstream Charter"/>
                <a:ea typeface="Bitstream Charter"/>
                <a:cs typeface="Bitstream Charter"/>
              </a:defRPr>
            </a:defPPr>
            <a:lvl1pPr algn="l">
              <a:defRPr sz="2325" b="1">
                <a:solidFill>
                  <a:srgbClr val="142D31"/>
                </a:solidFill>
                <a:latin typeface="Bitstream Charter"/>
                <a:ea typeface="Bitstream Charter"/>
                <a:cs typeface="Bitstream Charter"/>
              </a:defRPr>
            </a:lvl1pPr>
            <a:lvl2pPr algn="l">
              <a:defRPr sz="2325" b="1">
                <a:solidFill>
                  <a:srgbClr val="142D31"/>
                </a:solidFill>
                <a:latin typeface="Bitstream Charter"/>
                <a:ea typeface="Bitstream Charter"/>
                <a:cs typeface="Bitstream Charter"/>
              </a:defRPr>
            </a:lvl2pPr>
            <a:lvl3pPr algn="l">
              <a:defRPr sz="2325" b="1">
                <a:solidFill>
                  <a:srgbClr val="142D31"/>
                </a:solidFill>
                <a:latin typeface="Bitstream Charter"/>
                <a:ea typeface="Bitstream Charter"/>
                <a:cs typeface="Bitstream Charter"/>
              </a:defRPr>
            </a:lvl3pPr>
            <a:lvl4pPr algn="l">
              <a:defRPr sz="2325" b="1">
                <a:solidFill>
                  <a:srgbClr val="142D31"/>
                </a:solidFill>
                <a:latin typeface="Bitstream Charter"/>
                <a:ea typeface="Bitstream Charter"/>
                <a:cs typeface="Bitstream Charter"/>
              </a:defRPr>
            </a:lvl4pPr>
            <a:lvl5pPr algn="l">
              <a:defRPr sz="2325" b="1">
                <a:solidFill>
                  <a:srgbClr val="142D31"/>
                </a:solidFill>
                <a:latin typeface="Bitstream Charter"/>
                <a:ea typeface="Bitstream Charter"/>
                <a:cs typeface="Bitstream Charter"/>
              </a:defRPr>
            </a:lvl5pPr>
            <a:lvl6pPr algn="l">
              <a:defRPr sz="2325" b="1">
                <a:solidFill>
                  <a:srgbClr val="142D31"/>
                </a:solidFill>
                <a:latin typeface="Bitstream Charter"/>
                <a:ea typeface="Bitstream Charter"/>
                <a:cs typeface="Bitstream Charter"/>
              </a:defRPr>
            </a:lvl6pPr>
            <a:lvl7pPr algn="l">
              <a:defRPr sz="2325" b="1">
                <a:solidFill>
                  <a:srgbClr val="142D31"/>
                </a:solidFill>
                <a:latin typeface="Bitstream Charter"/>
                <a:ea typeface="Bitstream Charter"/>
                <a:cs typeface="Bitstream Charter"/>
              </a:defRPr>
            </a:lvl7pPr>
            <a:lvl8pPr algn="l">
              <a:defRPr sz="2325" b="1">
                <a:solidFill>
                  <a:srgbClr val="142D31"/>
                </a:solidFill>
                <a:latin typeface="Bitstream Charter"/>
                <a:ea typeface="Bitstream Charter"/>
                <a:cs typeface="Bitstream Charter"/>
              </a:defRPr>
            </a:lvl8pPr>
            <a:lvl9pPr algn="l">
              <a:defRPr sz="2325" b="1">
                <a:solidFill>
                  <a:srgbClr val="142D31"/>
                </a:solidFill>
                <a:latin typeface="Bitstream Charter"/>
                <a:ea typeface="Bitstream Charter"/>
                <a:cs typeface="Bitstream Charter"/>
              </a:defRPr>
            </a:lvl9pPr>
          </a:lstStyle>
          <a:p xmlns:a="http://schemas.openxmlformats.org/drawingml/2006/main">
            <a:pPr algn="l">
              <a:defRPr sz="2325" b="1">
                <a:solidFill>
                  <a:srgbClr val="142D31"/>
                </a:solidFill>
                <a:latin typeface="Bitstream Charter"/>
                <a:ea typeface="Bitstream Charter"/>
                <a:cs typeface="Bitstream Charter"/>
              </a:defRPr>
            </a:pPr>
            <a:r>
              <a:rPr sz="2325" b="1">
                <a:solidFill>
                  <a:srgbClr val="142D31"/>
                </a:solidFill>
                <a:latin typeface="Bitstream Charter"/>
                <a:ea typeface="Bitstream Charter"/>
                <a:cs typeface="Bitstream Charter"/>
              </a:rPr>
              <a:t>Published QuickML model</a:t>
            </a:r>
          </a:p>
        </p:txBody>
      </p:sp>
      <p:sp>
        <p:nvSpPr>
          <p:cNvPr id="11" name="">
            <a:extLst xmlns:a="http://schemas.openxmlformats.org/drawingml/2006/main">
              <a:ext uri="{FF2B5EF4-FFF2-40B4-BE49-F238E27FC236}">
                <a16:creationId xmlns:a16="http://schemas.microsoft.com/office/drawing/2014/main" id="{BC6AAD81-0111-42E3-AE96-49DE98DB5192}"/>
              </a:ext>
            </a:extLst>
          </p:cNvPr>
          <p:cNvSpPr>
            <a:spLocks xmlns:a="http://schemas.openxmlformats.org/drawingml/2006/main" noGrp="1"/>
          </p:cNvSpPr>
          <p:nvPr/>
        </p:nvSpPr>
        <p:spPr>
          <a:xfrm xmlns:a="http://schemas.openxmlformats.org/drawingml/2006/main">
            <a:off x="5953125" y="3886200"/>
            <a:ext cx="5572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67074"/>
                </a:solidFill>
                <a:latin typeface="Bitstream Charter"/>
                <a:ea typeface="Bitstream Charter"/>
                <a:cs typeface="Bitstream Charter"/>
              </a:defRPr>
            </a:defPPr>
            <a:lvl1pPr algn="l">
              <a:defRPr sz="2025" b="0">
                <a:solidFill>
                  <a:srgbClr val="567074"/>
                </a:solidFill>
                <a:latin typeface="Bitstream Charter"/>
                <a:ea typeface="Bitstream Charter"/>
                <a:cs typeface="Bitstream Charter"/>
              </a:defRPr>
            </a:lvl1pPr>
            <a:lvl2pPr algn="l">
              <a:defRPr sz="2025" b="0">
                <a:solidFill>
                  <a:srgbClr val="567074"/>
                </a:solidFill>
                <a:latin typeface="Bitstream Charter"/>
                <a:ea typeface="Bitstream Charter"/>
                <a:cs typeface="Bitstream Charter"/>
              </a:defRPr>
            </a:lvl2pPr>
            <a:lvl3pPr algn="l">
              <a:defRPr sz="2025" b="0">
                <a:solidFill>
                  <a:srgbClr val="567074"/>
                </a:solidFill>
                <a:latin typeface="Bitstream Charter"/>
                <a:ea typeface="Bitstream Charter"/>
                <a:cs typeface="Bitstream Charter"/>
              </a:defRPr>
            </a:lvl3pPr>
            <a:lvl4pPr algn="l">
              <a:defRPr sz="2025" b="0">
                <a:solidFill>
                  <a:srgbClr val="567074"/>
                </a:solidFill>
                <a:latin typeface="Bitstream Charter"/>
                <a:ea typeface="Bitstream Charter"/>
                <a:cs typeface="Bitstream Charter"/>
              </a:defRPr>
            </a:lvl4pPr>
            <a:lvl5pPr algn="l">
              <a:defRPr sz="2025" b="0">
                <a:solidFill>
                  <a:srgbClr val="567074"/>
                </a:solidFill>
                <a:latin typeface="Bitstream Charter"/>
                <a:ea typeface="Bitstream Charter"/>
                <a:cs typeface="Bitstream Charter"/>
              </a:defRPr>
            </a:lvl5pPr>
            <a:lvl6pPr algn="l">
              <a:defRPr sz="2025" b="0">
                <a:solidFill>
                  <a:srgbClr val="567074"/>
                </a:solidFill>
                <a:latin typeface="Bitstream Charter"/>
                <a:ea typeface="Bitstream Charter"/>
                <a:cs typeface="Bitstream Charter"/>
              </a:defRPr>
            </a:lvl6pPr>
            <a:lvl7pPr algn="l">
              <a:defRPr sz="2025" b="0">
                <a:solidFill>
                  <a:srgbClr val="567074"/>
                </a:solidFill>
                <a:latin typeface="Bitstream Charter"/>
                <a:ea typeface="Bitstream Charter"/>
                <a:cs typeface="Bitstream Charter"/>
              </a:defRPr>
            </a:lvl7pPr>
            <a:lvl8pPr algn="l">
              <a:defRPr sz="2025" b="0">
                <a:solidFill>
                  <a:srgbClr val="567074"/>
                </a:solidFill>
                <a:latin typeface="Bitstream Charter"/>
                <a:ea typeface="Bitstream Charter"/>
                <a:cs typeface="Bitstream Charter"/>
              </a:defRPr>
            </a:lvl8pPr>
            <a:lvl9pPr algn="l">
              <a:defRPr sz="2025" b="0">
                <a:solidFill>
                  <a:srgbClr val="567074"/>
                </a:solidFill>
                <a:latin typeface="Bitstream Charter"/>
                <a:ea typeface="Bitstream Charter"/>
                <a:cs typeface="Bitstream Charter"/>
              </a:defRPr>
            </a:lvl9pPr>
          </a:lstStyle>
          <a:p xmlns:a="http://schemas.openxmlformats.org/drawingml/2006/main">
            <a:pPr algn="l">
              <a:defRPr sz="2025" b="0">
                <a:solidFill>
                  <a:srgbClr val="567074"/>
                </a:solidFill>
                <a:latin typeface="Bitstream Charter"/>
                <a:ea typeface="Bitstream Charter"/>
                <a:cs typeface="Bitstream Charter"/>
              </a:defRPr>
            </a:pPr>
            <a:r>
              <a:rPr sz="2025" b="0">
                <a:solidFill>
                  <a:srgbClr val="567074"/>
                </a:solidFill>
                <a:latin typeface="Bitstream Charter"/>
                <a:ea typeface="Bitstream Charter"/>
                <a:cs typeface="Bitstream Charter"/>
              </a:rPr>
              <a:t>One demand prediction for each hour</a:t>
            </a:r>
          </a:p>
        </p:txBody>
      </p:sp>
      <p:sp>
        <p:nvSpPr>
          <p:cNvPr id="12" name="">
            <a:extLst xmlns:a="http://schemas.openxmlformats.org/drawingml/2006/main">
              <a:ext uri="{FF2B5EF4-FFF2-40B4-BE49-F238E27FC236}">
                <a16:creationId xmlns:a16="http://schemas.microsoft.com/office/drawing/2014/main" id="{F59293A9-25DB-4C7B-AD8E-06B8FAF90A57}"/>
              </a:ext>
            </a:extLst>
          </p:cNvPr>
          <p:cNvSpPr>
            <a:spLocks xmlns:a="http://schemas.openxmlformats.org/drawingml/2006/main" noGrp="1"/>
          </p:cNvSpPr>
          <p:nvPr/>
        </p:nvSpPr>
        <p:spPr>
          <a:xfrm xmlns:a="http://schemas.openxmlformats.org/drawingml/2006/main">
            <a:off x="609600" y="4857750"/>
            <a:ext cx="85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68B78"/>
                </a:solidFill>
                <a:latin typeface="Bitstream Charter"/>
                <a:ea typeface="Bitstream Charter"/>
                <a:cs typeface="Bitstream Charter"/>
              </a:defRPr>
            </a:defPPr>
            <a:lvl1pPr algn="l">
              <a:defRPr sz="2550" b="1">
                <a:solidFill>
                  <a:srgbClr val="168B78"/>
                </a:solidFill>
                <a:latin typeface="Bitstream Charter"/>
                <a:ea typeface="Bitstream Charter"/>
                <a:cs typeface="Bitstream Charter"/>
              </a:defRPr>
            </a:lvl1pPr>
            <a:lvl2pPr algn="l">
              <a:defRPr sz="2550" b="1">
                <a:solidFill>
                  <a:srgbClr val="168B78"/>
                </a:solidFill>
                <a:latin typeface="Bitstream Charter"/>
                <a:ea typeface="Bitstream Charter"/>
                <a:cs typeface="Bitstream Charter"/>
              </a:defRPr>
            </a:lvl2pPr>
            <a:lvl3pPr algn="l">
              <a:defRPr sz="2550" b="1">
                <a:solidFill>
                  <a:srgbClr val="168B78"/>
                </a:solidFill>
                <a:latin typeface="Bitstream Charter"/>
                <a:ea typeface="Bitstream Charter"/>
                <a:cs typeface="Bitstream Charter"/>
              </a:defRPr>
            </a:lvl3pPr>
            <a:lvl4pPr algn="l">
              <a:defRPr sz="2550" b="1">
                <a:solidFill>
                  <a:srgbClr val="168B78"/>
                </a:solidFill>
                <a:latin typeface="Bitstream Charter"/>
                <a:ea typeface="Bitstream Charter"/>
                <a:cs typeface="Bitstream Charter"/>
              </a:defRPr>
            </a:lvl4pPr>
            <a:lvl5pPr algn="l">
              <a:defRPr sz="2550" b="1">
                <a:solidFill>
                  <a:srgbClr val="168B78"/>
                </a:solidFill>
                <a:latin typeface="Bitstream Charter"/>
                <a:ea typeface="Bitstream Charter"/>
                <a:cs typeface="Bitstream Charter"/>
              </a:defRPr>
            </a:lvl5pPr>
            <a:lvl6pPr algn="l">
              <a:defRPr sz="2550" b="1">
                <a:solidFill>
                  <a:srgbClr val="168B78"/>
                </a:solidFill>
                <a:latin typeface="Bitstream Charter"/>
                <a:ea typeface="Bitstream Charter"/>
                <a:cs typeface="Bitstream Charter"/>
              </a:defRPr>
            </a:lvl6pPr>
            <a:lvl7pPr algn="l">
              <a:defRPr sz="2550" b="1">
                <a:solidFill>
                  <a:srgbClr val="168B78"/>
                </a:solidFill>
                <a:latin typeface="Bitstream Charter"/>
                <a:ea typeface="Bitstream Charter"/>
                <a:cs typeface="Bitstream Charter"/>
              </a:defRPr>
            </a:lvl7pPr>
            <a:lvl8pPr algn="l">
              <a:defRPr sz="2550" b="1">
                <a:solidFill>
                  <a:srgbClr val="168B78"/>
                </a:solidFill>
                <a:latin typeface="Bitstream Charter"/>
                <a:ea typeface="Bitstream Charter"/>
                <a:cs typeface="Bitstream Charter"/>
              </a:defRPr>
            </a:lvl8pPr>
            <a:lvl9pPr algn="l">
              <a:defRPr sz="2550" b="1">
                <a:solidFill>
                  <a:srgbClr val="168B78"/>
                </a:solidFill>
                <a:latin typeface="Bitstream Charter"/>
                <a:ea typeface="Bitstream Charter"/>
                <a:cs typeface="Bitstream Charter"/>
              </a:defRPr>
            </a:lvl9pPr>
          </a:lstStyle>
          <a:p xmlns:a="http://schemas.openxmlformats.org/drawingml/2006/main">
            <a:pPr algn="l">
              <a:defRPr sz="2550" b="1">
                <a:solidFill>
                  <a:srgbClr val="168B78"/>
                </a:solidFill>
                <a:latin typeface="Bitstream Charter"/>
                <a:ea typeface="Bitstream Charter"/>
                <a:cs typeface="Bitstream Charter"/>
              </a:defRPr>
            </a:pPr>
            <a:r>
              <a:rPr sz="2550" b="1">
                <a:solidFill>
                  <a:srgbClr val="168B78"/>
                </a:solidFill>
                <a:latin typeface="Bitstream Charter"/>
                <a:ea typeface="Bitstream Charter"/>
                <a:cs typeface="Bitstream Charter"/>
              </a:rPr>
              <a:t>04</a:t>
            </a:r>
          </a:p>
        </p:txBody>
      </p:sp>
      <p:sp>
        <p:nvSpPr>
          <p:cNvPr id="13" name="">
            <a:extLst xmlns:a="http://schemas.openxmlformats.org/drawingml/2006/main">
              <a:ext uri="{FF2B5EF4-FFF2-40B4-BE49-F238E27FC236}">
                <a16:creationId xmlns:a16="http://schemas.microsoft.com/office/drawing/2014/main" id="{5E8B0ECE-40BD-4E8E-A33A-BF021724177C}"/>
              </a:ext>
            </a:extLst>
          </p:cNvPr>
          <p:cNvSpPr>
            <a:spLocks xmlns:a="http://schemas.openxmlformats.org/drawingml/2006/main" noGrp="1"/>
          </p:cNvSpPr>
          <p:nvPr/>
        </p:nvSpPr>
        <p:spPr>
          <a:xfrm xmlns:a="http://schemas.openxmlformats.org/drawingml/2006/main">
            <a:off x="1733550" y="4857750"/>
            <a:ext cx="371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42D31"/>
                </a:solidFill>
                <a:latin typeface="Bitstream Charter"/>
                <a:ea typeface="Bitstream Charter"/>
                <a:cs typeface="Bitstream Charter"/>
              </a:defRPr>
            </a:defPPr>
            <a:lvl1pPr algn="l">
              <a:defRPr sz="2325" b="1">
                <a:solidFill>
                  <a:srgbClr val="142D31"/>
                </a:solidFill>
                <a:latin typeface="Bitstream Charter"/>
                <a:ea typeface="Bitstream Charter"/>
                <a:cs typeface="Bitstream Charter"/>
              </a:defRPr>
            </a:lvl1pPr>
            <a:lvl2pPr algn="l">
              <a:defRPr sz="2325" b="1">
                <a:solidFill>
                  <a:srgbClr val="142D31"/>
                </a:solidFill>
                <a:latin typeface="Bitstream Charter"/>
                <a:ea typeface="Bitstream Charter"/>
                <a:cs typeface="Bitstream Charter"/>
              </a:defRPr>
            </a:lvl2pPr>
            <a:lvl3pPr algn="l">
              <a:defRPr sz="2325" b="1">
                <a:solidFill>
                  <a:srgbClr val="142D31"/>
                </a:solidFill>
                <a:latin typeface="Bitstream Charter"/>
                <a:ea typeface="Bitstream Charter"/>
                <a:cs typeface="Bitstream Charter"/>
              </a:defRPr>
            </a:lvl3pPr>
            <a:lvl4pPr algn="l">
              <a:defRPr sz="2325" b="1">
                <a:solidFill>
                  <a:srgbClr val="142D31"/>
                </a:solidFill>
                <a:latin typeface="Bitstream Charter"/>
                <a:ea typeface="Bitstream Charter"/>
                <a:cs typeface="Bitstream Charter"/>
              </a:defRPr>
            </a:lvl4pPr>
            <a:lvl5pPr algn="l">
              <a:defRPr sz="2325" b="1">
                <a:solidFill>
                  <a:srgbClr val="142D31"/>
                </a:solidFill>
                <a:latin typeface="Bitstream Charter"/>
                <a:ea typeface="Bitstream Charter"/>
                <a:cs typeface="Bitstream Charter"/>
              </a:defRPr>
            </a:lvl5pPr>
            <a:lvl6pPr algn="l">
              <a:defRPr sz="2325" b="1">
                <a:solidFill>
                  <a:srgbClr val="142D31"/>
                </a:solidFill>
                <a:latin typeface="Bitstream Charter"/>
                <a:ea typeface="Bitstream Charter"/>
                <a:cs typeface="Bitstream Charter"/>
              </a:defRPr>
            </a:lvl6pPr>
            <a:lvl7pPr algn="l">
              <a:defRPr sz="2325" b="1">
                <a:solidFill>
                  <a:srgbClr val="142D31"/>
                </a:solidFill>
                <a:latin typeface="Bitstream Charter"/>
                <a:ea typeface="Bitstream Charter"/>
                <a:cs typeface="Bitstream Charter"/>
              </a:defRPr>
            </a:lvl7pPr>
            <a:lvl8pPr algn="l">
              <a:defRPr sz="2325" b="1">
                <a:solidFill>
                  <a:srgbClr val="142D31"/>
                </a:solidFill>
                <a:latin typeface="Bitstream Charter"/>
                <a:ea typeface="Bitstream Charter"/>
                <a:cs typeface="Bitstream Charter"/>
              </a:defRPr>
            </a:lvl8pPr>
            <a:lvl9pPr algn="l">
              <a:defRPr sz="2325" b="1">
                <a:solidFill>
                  <a:srgbClr val="142D31"/>
                </a:solidFill>
                <a:latin typeface="Bitstream Charter"/>
                <a:ea typeface="Bitstream Charter"/>
                <a:cs typeface="Bitstream Charter"/>
              </a:defRPr>
            </a:lvl9pPr>
          </a:lstStyle>
          <a:p xmlns:a="http://schemas.openxmlformats.org/drawingml/2006/main">
            <a:pPr algn="l">
              <a:defRPr sz="2325" b="1">
                <a:solidFill>
                  <a:srgbClr val="142D31"/>
                </a:solidFill>
                <a:latin typeface="Bitstream Charter"/>
                <a:ea typeface="Bitstream Charter"/>
                <a:cs typeface="Bitstream Charter"/>
              </a:defRPr>
            </a:pPr>
            <a:r>
              <a:rPr sz="2325" b="1">
                <a:solidFill>
                  <a:srgbClr val="142D31"/>
                </a:solidFill>
                <a:latin typeface="Bitstream Charter"/>
                <a:ea typeface="Bitstream Charter"/>
                <a:cs typeface="Bitstream Charter"/>
              </a:rPr>
              <a:t>Operator view</a:t>
            </a:r>
          </a:p>
        </p:txBody>
      </p:sp>
      <p:sp>
        <p:nvSpPr>
          <p:cNvPr id="14" name="">
            <a:extLst xmlns:a="http://schemas.openxmlformats.org/drawingml/2006/main">
              <a:ext uri="{FF2B5EF4-FFF2-40B4-BE49-F238E27FC236}">
                <a16:creationId xmlns:a16="http://schemas.microsoft.com/office/drawing/2014/main" id="{1BA81C69-4CD9-4AE7-A860-62029005D403}"/>
              </a:ext>
            </a:extLst>
          </p:cNvPr>
          <p:cNvSpPr>
            <a:spLocks xmlns:a="http://schemas.openxmlformats.org/drawingml/2006/main" noGrp="1"/>
          </p:cNvSpPr>
          <p:nvPr/>
        </p:nvSpPr>
        <p:spPr>
          <a:xfrm xmlns:a="http://schemas.openxmlformats.org/drawingml/2006/main">
            <a:off x="5953125" y="4886325"/>
            <a:ext cx="5572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67074"/>
                </a:solidFill>
                <a:latin typeface="Bitstream Charter"/>
                <a:ea typeface="Bitstream Charter"/>
                <a:cs typeface="Bitstream Charter"/>
              </a:defRPr>
            </a:defPPr>
            <a:lvl1pPr algn="l">
              <a:defRPr sz="2025" b="0">
                <a:solidFill>
                  <a:srgbClr val="567074"/>
                </a:solidFill>
                <a:latin typeface="Bitstream Charter"/>
                <a:ea typeface="Bitstream Charter"/>
                <a:cs typeface="Bitstream Charter"/>
              </a:defRPr>
            </a:lvl1pPr>
            <a:lvl2pPr algn="l">
              <a:defRPr sz="2025" b="0">
                <a:solidFill>
                  <a:srgbClr val="567074"/>
                </a:solidFill>
                <a:latin typeface="Bitstream Charter"/>
                <a:ea typeface="Bitstream Charter"/>
                <a:cs typeface="Bitstream Charter"/>
              </a:defRPr>
            </a:lvl2pPr>
            <a:lvl3pPr algn="l">
              <a:defRPr sz="2025" b="0">
                <a:solidFill>
                  <a:srgbClr val="567074"/>
                </a:solidFill>
                <a:latin typeface="Bitstream Charter"/>
                <a:ea typeface="Bitstream Charter"/>
                <a:cs typeface="Bitstream Charter"/>
              </a:defRPr>
            </a:lvl3pPr>
            <a:lvl4pPr algn="l">
              <a:defRPr sz="2025" b="0">
                <a:solidFill>
                  <a:srgbClr val="567074"/>
                </a:solidFill>
                <a:latin typeface="Bitstream Charter"/>
                <a:ea typeface="Bitstream Charter"/>
                <a:cs typeface="Bitstream Charter"/>
              </a:defRPr>
            </a:lvl4pPr>
            <a:lvl5pPr algn="l">
              <a:defRPr sz="2025" b="0">
                <a:solidFill>
                  <a:srgbClr val="567074"/>
                </a:solidFill>
                <a:latin typeface="Bitstream Charter"/>
                <a:ea typeface="Bitstream Charter"/>
                <a:cs typeface="Bitstream Charter"/>
              </a:defRPr>
            </a:lvl5pPr>
            <a:lvl6pPr algn="l">
              <a:defRPr sz="2025" b="0">
                <a:solidFill>
                  <a:srgbClr val="567074"/>
                </a:solidFill>
                <a:latin typeface="Bitstream Charter"/>
                <a:ea typeface="Bitstream Charter"/>
                <a:cs typeface="Bitstream Charter"/>
              </a:defRPr>
            </a:lvl6pPr>
            <a:lvl7pPr algn="l">
              <a:defRPr sz="2025" b="0">
                <a:solidFill>
                  <a:srgbClr val="567074"/>
                </a:solidFill>
                <a:latin typeface="Bitstream Charter"/>
                <a:ea typeface="Bitstream Charter"/>
                <a:cs typeface="Bitstream Charter"/>
              </a:defRPr>
            </a:lvl7pPr>
            <a:lvl8pPr algn="l">
              <a:defRPr sz="2025" b="0">
                <a:solidFill>
                  <a:srgbClr val="567074"/>
                </a:solidFill>
                <a:latin typeface="Bitstream Charter"/>
                <a:ea typeface="Bitstream Charter"/>
                <a:cs typeface="Bitstream Charter"/>
              </a:defRPr>
            </a:lvl8pPr>
            <a:lvl9pPr algn="l">
              <a:defRPr sz="2025" b="0">
                <a:solidFill>
                  <a:srgbClr val="567074"/>
                </a:solidFill>
                <a:latin typeface="Bitstream Charter"/>
                <a:ea typeface="Bitstream Charter"/>
                <a:cs typeface="Bitstream Charter"/>
              </a:defRPr>
            </a:lvl9pPr>
          </a:lstStyle>
          <a:p xmlns:a="http://schemas.openxmlformats.org/drawingml/2006/main">
            <a:pPr algn="l">
              <a:defRPr sz="2025" b="0">
                <a:solidFill>
                  <a:srgbClr val="567074"/>
                </a:solidFill>
                <a:latin typeface="Bitstream Charter"/>
                <a:ea typeface="Bitstream Charter"/>
                <a:cs typeface="Bitstream Charter"/>
              </a:defRPr>
            </a:pPr>
            <a:r>
              <a:rPr sz="2025" b="0">
                <a:solidFill>
                  <a:srgbClr val="567074"/>
                </a:solidFill>
                <a:latin typeface="Bitstream Charter"/>
                <a:ea typeface="Bitstream Charter"/>
                <a:cs typeface="Bitstream Charter"/>
              </a:rPr>
              <a:t>Demand, dispatch, overloads and simulated SOC</a:t>
            </a:r>
          </a:p>
        </p:txBody>
      </p:sp>
      <p:sp>
        <p:nvSpPr>
          <p:cNvPr id="15" name="">
            <a:extLst xmlns:a="http://schemas.openxmlformats.org/drawingml/2006/main">
              <a:ext uri="{FF2B5EF4-FFF2-40B4-BE49-F238E27FC236}">
                <a16:creationId xmlns:a16="http://schemas.microsoft.com/office/drawing/2014/main" id="{901F1FBF-5EC5-40DC-8817-37F6B6A23858}"/>
              </a:ext>
            </a:extLst>
          </p:cNvPr>
          <p:cNvSpPr>
            <a:spLocks xmlns:a="http://schemas.openxmlformats.org/drawingml/2006/main" noGrp="1"/>
          </p:cNvSpPr>
          <p:nvPr/>
        </p:nvSpPr>
        <p:spPr>
          <a:xfrm xmlns:a="http://schemas.openxmlformats.org/drawingml/2006/main">
            <a:off x="609600" y="6210300"/>
            <a:ext cx="1019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67074"/>
                </a:solidFill>
                <a:latin typeface="Bitstream Charter"/>
                <a:ea typeface="Bitstream Charter"/>
                <a:cs typeface="Bitstream Charter"/>
              </a:defRPr>
            </a:defPPr>
            <a:lvl1pPr algn="l">
              <a:defRPr sz="1275" b="0">
                <a:solidFill>
                  <a:srgbClr val="567074"/>
                </a:solidFill>
                <a:latin typeface="Bitstream Charter"/>
                <a:ea typeface="Bitstream Charter"/>
                <a:cs typeface="Bitstream Charter"/>
              </a:defRPr>
            </a:lvl1pPr>
            <a:lvl2pPr algn="l">
              <a:defRPr sz="1275" b="0">
                <a:solidFill>
                  <a:srgbClr val="567074"/>
                </a:solidFill>
                <a:latin typeface="Bitstream Charter"/>
                <a:ea typeface="Bitstream Charter"/>
                <a:cs typeface="Bitstream Charter"/>
              </a:defRPr>
            </a:lvl2pPr>
            <a:lvl3pPr algn="l">
              <a:defRPr sz="1275" b="0">
                <a:solidFill>
                  <a:srgbClr val="567074"/>
                </a:solidFill>
                <a:latin typeface="Bitstream Charter"/>
                <a:ea typeface="Bitstream Charter"/>
                <a:cs typeface="Bitstream Charter"/>
              </a:defRPr>
            </a:lvl3pPr>
            <a:lvl4pPr algn="l">
              <a:defRPr sz="1275" b="0">
                <a:solidFill>
                  <a:srgbClr val="567074"/>
                </a:solidFill>
                <a:latin typeface="Bitstream Charter"/>
                <a:ea typeface="Bitstream Charter"/>
                <a:cs typeface="Bitstream Charter"/>
              </a:defRPr>
            </a:lvl4pPr>
            <a:lvl5pPr algn="l">
              <a:defRPr sz="1275" b="0">
                <a:solidFill>
                  <a:srgbClr val="567074"/>
                </a:solidFill>
                <a:latin typeface="Bitstream Charter"/>
                <a:ea typeface="Bitstream Charter"/>
                <a:cs typeface="Bitstream Charter"/>
              </a:defRPr>
            </a:lvl5pPr>
            <a:lvl6pPr algn="l">
              <a:defRPr sz="1275" b="0">
                <a:solidFill>
                  <a:srgbClr val="567074"/>
                </a:solidFill>
                <a:latin typeface="Bitstream Charter"/>
                <a:ea typeface="Bitstream Charter"/>
                <a:cs typeface="Bitstream Charter"/>
              </a:defRPr>
            </a:lvl6pPr>
            <a:lvl7pPr algn="l">
              <a:defRPr sz="1275" b="0">
                <a:solidFill>
                  <a:srgbClr val="567074"/>
                </a:solidFill>
                <a:latin typeface="Bitstream Charter"/>
                <a:ea typeface="Bitstream Charter"/>
                <a:cs typeface="Bitstream Charter"/>
              </a:defRPr>
            </a:lvl7pPr>
            <a:lvl8pPr algn="l">
              <a:defRPr sz="1275" b="0">
                <a:solidFill>
                  <a:srgbClr val="567074"/>
                </a:solidFill>
                <a:latin typeface="Bitstream Charter"/>
                <a:ea typeface="Bitstream Charter"/>
                <a:cs typeface="Bitstream Charter"/>
              </a:defRPr>
            </a:lvl8pPr>
            <a:lvl9pPr algn="l">
              <a:defRPr sz="1275" b="0">
                <a:solidFill>
                  <a:srgbClr val="567074"/>
                </a:solidFill>
                <a:latin typeface="Bitstream Charter"/>
                <a:ea typeface="Bitstream Charter"/>
                <a:cs typeface="Bitstream Charter"/>
              </a:defRPr>
            </a:lvl9pPr>
          </a:lstStyle>
          <a:p xmlns:a="http://schemas.openxmlformats.org/drawingml/2006/main">
            <a:pPr algn="l">
              <a:defRPr sz="1275" b="0">
                <a:solidFill>
                  <a:srgbClr val="567074"/>
                </a:solidFill>
                <a:latin typeface="Bitstream Charter"/>
                <a:ea typeface="Bitstream Charter"/>
                <a:cs typeface="Bitstream Charter"/>
              </a:defRPr>
            </a:pPr>
            <a:r>
              <a:rPr sz="1275" b="0">
                <a:solidFill>
                  <a:srgbClr val="567074"/>
                </a:solidFill>
                <a:latin typeface="Bitstream Charter"/>
                <a:ea typeface="Bitstream Charter"/>
                <a:cs typeface="Bitstream Charter"/>
              </a:rPr>
              <a:t>Weather is supplied by the user or historical sample. Battery and dispatch are software simulations.</a:t>
            </a:r>
          </a:p>
        </p:txBody>
      </p:sp>
    </p:spTree>
    <p:extLst>
      <p:ext uri="{BB962C8B-B14F-4D97-AF65-F5344CB8AC3E}">
        <p14:creationId xmlns:p14="http://schemas.microsoft.com/office/powerpoint/2010/main" val="905834207"/>
      </p:ext>
    </p:extLst>
  </p:cSld>
</p:sld>
</file>

<file path=ppt/slides/slide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50C2F43-1D5B-4EC9-8E02-78335694323D}"/>
              </a:ext>
            </a:extLst>
          </p:cNvPr>
          <p:cNvSpPr>
            <a:spLocks xmlns:a="http://schemas.openxmlformats.org/drawingml/2006/main" noGrp="1"/>
          </p:cNvSpPr>
          <p:nvPr/>
        </p:nvSpPr>
        <p:spPr>
          <a:xfrm xmlns:a="http://schemas.openxmlformats.org/drawingml/2006/main">
            <a:off x="609600" y="457200"/>
            <a:ext cx="10953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42D31"/>
                </a:solidFill>
                <a:latin typeface="Bitstream Charter"/>
                <a:ea typeface="Bitstream Charter"/>
                <a:cs typeface="Bitstream Charter"/>
              </a:defRPr>
            </a:defPPr>
            <a:lvl1pPr algn="l">
              <a:defRPr sz="3450" b="1">
                <a:solidFill>
                  <a:srgbClr val="142D31"/>
                </a:solidFill>
                <a:latin typeface="Bitstream Charter"/>
                <a:ea typeface="Bitstream Charter"/>
                <a:cs typeface="Bitstream Charter"/>
              </a:defRPr>
            </a:lvl1pPr>
            <a:lvl2pPr algn="l">
              <a:defRPr sz="3450" b="1">
                <a:solidFill>
                  <a:srgbClr val="142D31"/>
                </a:solidFill>
                <a:latin typeface="Bitstream Charter"/>
                <a:ea typeface="Bitstream Charter"/>
                <a:cs typeface="Bitstream Charter"/>
              </a:defRPr>
            </a:lvl2pPr>
            <a:lvl3pPr algn="l">
              <a:defRPr sz="3450" b="1">
                <a:solidFill>
                  <a:srgbClr val="142D31"/>
                </a:solidFill>
                <a:latin typeface="Bitstream Charter"/>
                <a:ea typeface="Bitstream Charter"/>
                <a:cs typeface="Bitstream Charter"/>
              </a:defRPr>
            </a:lvl3pPr>
            <a:lvl4pPr algn="l">
              <a:defRPr sz="3450" b="1">
                <a:solidFill>
                  <a:srgbClr val="142D31"/>
                </a:solidFill>
                <a:latin typeface="Bitstream Charter"/>
                <a:ea typeface="Bitstream Charter"/>
                <a:cs typeface="Bitstream Charter"/>
              </a:defRPr>
            </a:lvl4pPr>
            <a:lvl5pPr algn="l">
              <a:defRPr sz="3450" b="1">
                <a:solidFill>
                  <a:srgbClr val="142D31"/>
                </a:solidFill>
                <a:latin typeface="Bitstream Charter"/>
                <a:ea typeface="Bitstream Charter"/>
                <a:cs typeface="Bitstream Charter"/>
              </a:defRPr>
            </a:lvl5pPr>
            <a:lvl6pPr algn="l">
              <a:defRPr sz="3450" b="1">
                <a:solidFill>
                  <a:srgbClr val="142D31"/>
                </a:solidFill>
                <a:latin typeface="Bitstream Charter"/>
                <a:ea typeface="Bitstream Charter"/>
                <a:cs typeface="Bitstream Charter"/>
              </a:defRPr>
            </a:lvl6pPr>
            <a:lvl7pPr algn="l">
              <a:defRPr sz="3450" b="1">
                <a:solidFill>
                  <a:srgbClr val="142D31"/>
                </a:solidFill>
                <a:latin typeface="Bitstream Charter"/>
                <a:ea typeface="Bitstream Charter"/>
                <a:cs typeface="Bitstream Charter"/>
              </a:defRPr>
            </a:lvl7pPr>
            <a:lvl8pPr algn="l">
              <a:defRPr sz="3450" b="1">
                <a:solidFill>
                  <a:srgbClr val="142D31"/>
                </a:solidFill>
                <a:latin typeface="Bitstream Charter"/>
                <a:ea typeface="Bitstream Charter"/>
                <a:cs typeface="Bitstream Charter"/>
              </a:defRPr>
            </a:lvl8pPr>
            <a:lvl9pPr algn="l">
              <a:defRPr sz="3450" b="1">
                <a:solidFill>
                  <a:srgbClr val="142D31"/>
                </a:solidFill>
                <a:latin typeface="Bitstream Charter"/>
                <a:ea typeface="Bitstream Charter"/>
                <a:cs typeface="Bitstream Charter"/>
              </a:defRPr>
            </a:lvl9pPr>
          </a:lstStyle>
          <a:p xmlns:a="http://schemas.openxmlformats.org/drawingml/2006/main">
            <a:pPr algn="l">
              <a:defRPr sz="3450" b="1">
                <a:solidFill>
                  <a:srgbClr val="142D31"/>
                </a:solidFill>
                <a:latin typeface="Bitstream Charter"/>
                <a:ea typeface="Bitstream Charter"/>
                <a:cs typeface="Bitstream Charter"/>
              </a:defRPr>
            </a:pPr>
            <a:r>
              <a:rPr sz="3450" b="1">
                <a:solidFill>
                  <a:srgbClr val="142D31"/>
                </a:solidFill>
                <a:latin typeface="Bitstream Charter"/>
                <a:ea typeface="Bitstream Charter"/>
                <a:cs typeface="Bitstream Charter"/>
              </a:rPr>
              <a:t>QuickML and AppSail have clear roles</a:t>
            </a:r>
          </a:p>
        </p:txBody>
      </p:sp>
      <p:sp>
        <p:nvSpPr>
          <p:cNvPr id="2" name="">
            <a:extLst xmlns:a="http://schemas.openxmlformats.org/drawingml/2006/main">
              <a:ext uri="{FF2B5EF4-FFF2-40B4-BE49-F238E27FC236}">
                <a16:creationId xmlns:a16="http://schemas.microsoft.com/office/drawing/2014/main" id="{88FBE502-3531-447C-83AA-4DD2F446020B}"/>
              </a:ext>
            </a:extLst>
          </p:cNvPr>
          <p:cNvSpPr>
            <a:spLocks xmlns:a="http://schemas.openxmlformats.org/drawingml/2006/main" noGrp="1"/>
          </p:cNvSpPr>
          <p:nvPr/>
        </p:nvSpPr>
        <p:spPr>
          <a:xfrm xmlns:a="http://schemas.openxmlformats.org/drawingml/2006/main">
            <a:off x="11096625" y="63817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7074"/>
                </a:solidFill>
                <a:latin typeface="Bitstream Charter"/>
                <a:ea typeface="Bitstream Charter"/>
                <a:cs typeface="Bitstream Charter"/>
              </a:defRPr>
            </a:defPPr>
            <a:lvl1pPr algn="r">
              <a:defRPr sz="1275" b="0">
                <a:solidFill>
                  <a:srgbClr val="567074"/>
                </a:solidFill>
                <a:latin typeface="Bitstream Charter"/>
                <a:ea typeface="Bitstream Charter"/>
                <a:cs typeface="Bitstream Charter"/>
              </a:defRPr>
            </a:lvl1pPr>
            <a:lvl2pPr algn="r">
              <a:defRPr sz="1275" b="0">
                <a:solidFill>
                  <a:srgbClr val="567074"/>
                </a:solidFill>
                <a:latin typeface="Bitstream Charter"/>
                <a:ea typeface="Bitstream Charter"/>
                <a:cs typeface="Bitstream Charter"/>
              </a:defRPr>
            </a:lvl2pPr>
            <a:lvl3pPr algn="r">
              <a:defRPr sz="1275" b="0">
                <a:solidFill>
                  <a:srgbClr val="567074"/>
                </a:solidFill>
                <a:latin typeface="Bitstream Charter"/>
                <a:ea typeface="Bitstream Charter"/>
                <a:cs typeface="Bitstream Charter"/>
              </a:defRPr>
            </a:lvl3pPr>
            <a:lvl4pPr algn="r">
              <a:defRPr sz="1275" b="0">
                <a:solidFill>
                  <a:srgbClr val="567074"/>
                </a:solidFill>
                <a:latin typeface="Bitstream Charter"/>
                <a:ea typeface="Bitstream Charter"/>
                <a:cs typeface="Bitstream Charter"/>
              </a:defRPr>
            </a:lvl4pPr>
            <a:lvl5pPr algn="r">
              <a:defRPr sz="1275" b="0">
                <a:solidFill>
                  <a:srgbClr val="567074"/>
                </a:solidFill>
                <a:latin typeface="Bitstream Charter"/>
                <a:ea typeface="Bitstream Charter"/>
                <a:cs typeface="Bitstream Charter"/>
              </a:defRPr>
            </a:lvl5pPr>
            <a:lvl6pPr algn="r">
              <a:defRPr sz="1275" b="0">
                <a:solidFill>
                  <a:srgbClr val="567074"/>
                </a:solidFill>
                <a:latin typeface="Bitstream Charter"/>
                <a:ea typeface="Bitstream Charter"/>
                <a:cs typeface="Bitstream Charter"/>
              </a:defRPr>
            </a:lvl6pPr>
            <a:lvl7pPr algn="r">
              <a:defRPr sz="1275" b="0">
                <a:solidFill>
                  <a:srgbClr val="567074"/>
                </a:solidFill>
                <a:latin typeface="Bitstream Charter"/>
                <a:ea typeface="Bitstream Charter"/>
                <a:cs typeface="Bitstream Charter"/>
              </a:defRPr>
            </a:lvl7pPr>
            <a:lvl8pPr algn="r">
              <a:defRPr sz="1275" b="0">
                <a:solidFill>
                  <a:srgbClr val="567074"/>
                </a:solidFill>
                <a:latin typeface="Bitstream Charter"/>
                <a:ea typeface="Bitstream Charter"/>
                <a:cs typeface="Bitstream Charter"/>
              </a:defRPr>
            </a:lvl8pPr>
            <a:lvl9pPr algn="r">
              <a:defRPr sz="1275" b="0">
                <a:solidFill>
                  <a:srgbClr val="567074"/>
                </a:solidFill>
                <a:latin typeface="Bitstream Charter"/>
                <a:ea typeface="Bitstream Charter"/>
                <a:cs typeface="Bitstream Charter"/>
              </a:defRPr>
            </a:lvl9pPr>
          </a:lstStyle>
          <a:p xmlns:a="http://schemas.openxmlformats.org/drawingml/2006/main">
            <a:pPr algn="r">
              <a:defRPr sz="1275" b="0">
                <a:solidFill>
                  <a:srgbClr val="567074"/>
                </a:solidFill>
                <a:latin typeface="Bitstream Charter"/>
                <a:ea typeface="Bitstream Charter"/>
                <a:cs typeface="Bitstream Charter"/>
              </a:defRPr>
            </a:pPr>
            <a:r>
              <a:rPr sz="1275" b="0">
                <a:solidFill>
                  <a:srgbClr val="567074"/>
                </a:solidFill>
                <a:latin typeface="Bitstream Charter"/>
                <a:ea typeface="Bitstream Charter"/>
                <a:cs typeface="Bitstream Charter"/>
              </a:rPr>
              <a:t>04</a:t>
            </a:r>
          </a:p>
        </p:txBody>
      </p:sp>
      <p:graphicFrame>
        <p:nvGraphicFramePr>
          <p:cNvPr id="3" name="">
            <a:extLst xmlns:a="http://schemas.openxmlformats.org/drawingml/2006/main">
              <a:ext uri="{FF2B5EF4-FFF2-40B4-BE49-F238E27FC236}">
                <a16:creationId xmlns:a16="http://schemas.microsoft.com/office/drawing/2014/main" id="{554AC14A-029F-4F93-9FCE-B9BCA38980DE}"/>
              </a:ext>
            </a:extLst>
          </p:cNvPr>
          <p:cNvGraphicFramePr/>
          <p:nvPr/>
        </p:nvGraphicFramePr>
        <p:xfrm>
          <a:off xmlns:a="http://schemas.openxmlformats.org/drawingml/2006/main" x="609600" y="1857375"/>
          <a:ext xmlns:a="http://schemas.openxmlformats.org/drawingml/2006/main" cx="10972800" cy="3476625"/>
        </p:xfrm>
        <a:graphic xmlns:a="http://schemas.openxmlformats.org/drawingml/2006/main">
          <a:graphicData uri="http://schemas.openxmlformats.org/drawingml/2006/table">
            <a:tbl>
              <a:tblPr/>
              <a:tblGrid>
                <a:gridCol w="3476625"/>
                <a:gridCol w="7496175"/>
              </a:tblGrid>
              <a:tr h="695325">
                <a:tc>
                  <a:txBody>
                    <a:bodyPr lIns="152400" tIns="95250" rIns="114300" bIns="95250"/>
                    <a:lstStyle/>
                    <a:p>
                      <a:r>
                        <a:rPr sz="1950" b="1">
                          <a:solidFill>
                            <a:srgbClr val="FFFFFF"/>
                          </a:solidFill>
                          <a:latin typeface="Bitstream Charter"/>
                          <a:ea typeface="Bitstream Charter"/>
                          <a:cs typeface="Bitstream Charter"/>
                        </a:rPr>
                        <a:t>Component</a:t>
                      </a:r>
                    </a:p>
                  </a:txBody>
                  <a:tcPr marL="91440" marR="91440" marT="45720" marB="45720" anchor="ctr">
                    <a:lnL w="9525">
                      <a:solidFill>
                        <a:srgbClr val="D8DFDC"/>
                      </a:solidFill>
                      <a:prstDash val="solid"/>
                    </a:lnL>
                    <a:lnR w="9525">
                      <a:solidFill>
                        <a:srgbClr val="D8DFDC"/>
                      </a:solidFill>
                      <a:prstDash val="solid"/>
                    </a:lnR>
                    <a:lnT w="9525">
                      <a:solidFill>
                        <a:srgbClr val="D8DFDC"/>
                      </a:solidFill>
                      <a:prstDash val="solid"/>
                    </a:lnT>
                    <a:lnB w="9525">
                      <a:solidFill>
                        <a:srgbClr val="D8DFDC"/>
                      </a:solidFill>
                      <a:prstDash val="solid"/>
                    </a:lnB>
                    <a:solidFill>
                      <a:srgbClr val="142D31"/>
                    </a:solidFill>
                  </a:tcPr>
                </a:tc>
                <a:tc>
                  <a:txBody>
                    <a:bodyPr lIns="152400" tIns="95250" rIns="114300" bIns="95250"/>
                    <a:lstStyle/>
                    <a:p>
                      <a:r>
                        <a:rPr sz="1950" b="1">
                          <a:solidFill>
                            <a:srgbClr val="FFFFFF"/>
                          </a:solidFill>
                          <a:latin typeface="Bitstream Charter"/>
                          <a:ea typeface="Bitstream Charter"/>
                          <a:cs typeface="Bitstream Charter"/>
                        </a:rPr>
                        <a:t>Responsibility</a:t>
                      </a:r>
                    </a:p>
                  </a:txBody>
                  <a:tcPr marL="91440" marR="91440" marT="45720" marB="45720" anchor="ctr">
                    <a:lnR w="9525">
                      <a:solidFill>
                        <a:srgbClr val="D8DFDC"/>
                      </a:solidFill>
                      <a:prstDash val="solid"/>
                    </a:lnR>
                    <a:lnT w="9525">
                      <a:solidFill>
                        <a:srgbClr val="D8DFDC"/>
                      </a:solidFill>
                      <a:prstDash val="solid"/>
                    </a:lnT>
                    <a:lnB w="9525">
                      <a:solidFill>
                        <a:srgbClr val="D8DFDC"/>
                      </a:solidFill>
                      <a:prstDash val="solid"/>
                    </a:lnB>
                    <a:solidFill>
                      <a:srgbClr val="142D31"/>
                    </a:solidFill>
                  </a:tcPr>
                </a:tc>
              </a:tr>
              <a:tr h="695325">
                <a:tc>
                  <a:txBody>
                    <a:bodyPr lIns="152400" tIns="95250" rIns="114300" bIns="95250"/>
                    <a:lstStyle/>
                    <a:p>
                      <a:r>
                        <a:rPr sz="1950" b="0">
                          <a:solidFill>
                            <a:srgbClr val="142D31"/>
                          </a:solidFill>
                          <a:latin typeface="Bitstream Charter"/>
                          <a:ea typeface="Bitstream Charter"/>
                          <a:cs typeface="Bitstream Charter"/>
                        </a:rPr>
                        <a:t>Browser dashboard</a:t>
                      </a:r>
                    </a:p>
                  </a:txBody>
                  <a:tcPr marL="91440" marR="91440" marT="45720" marB="45720" anchor="ctr">
                    <a:lnL w="9525">
                      <a:solidFill>
                        <a:srgbClr val="D8DFDC"/>
                      </a:solidFill>
                      <a:prstDash val="solid"/>
                    </a:lnL>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950" b="0">
                          <a:solidFill>
                            <a:srgbClr val="142D31"/>
                          </a:solidFill>
                          <a:latin typeface="Bitstream Charter"/>
                          <a:ea typeface="Bitstream Charter"/>
                          <a:cs typeface="Bitstream Charter"/>
                        </a:rPr>
                        <a:t>Edit weather, inspect charts and export the plan</a:t>
                      </a:r>
                    </a:p>
                  </a:txBody>
                  <a:tcPr marL="91440" marR="91440" marT="45720" marB="45720" anchor="ctr">
                    <a:lnR w="9525">
                      <a:solidFill>
                        <a:srgbClr val="D8DFDC"/>
                      </a:solidFill>
                      <a:prstDash val="solid"/>
                    </a:lnR>
                    <a:lnB w="9525">
                      <a:solidFill>
                        <a:srgbClr val="D8DFDC"/>
                      </a:solidFill>
                      <a:prstDash val="solid"/>
                    </a:lnB>
                    <a:solidFill>
                      <a:srgbClr val="F6F5F0"/>
                    </a:solidFill>
                  </a:tcPr>
                </a:tc>
              </a:tr>
              <a:tr h="695325">
                <a:tc>
                  <a:txBody>
                    <a:bodyPr lIns="152400" tIns="95250" rIns="114300" bIns="95250"/>
                    <a:lstStyle/>
                    <a:p>
                      <a:r>
                        <a:rPr sz="1950" b="0">
                          <a:solidFill>
                            <a:srgbClr val="142D31"/>
                          </a:solidFill>
                          <a:latin typeface="Bitstream Charter"/>
                          <a:ea typeface="Bitstream Charter"/>
                          <a:cs typeface="Bitstream Charter"/>
                        </a:rPr>
                        <a:t>Catalyst AppSail</a:t>
                      </a:r>
                    </a:p>
                  </a:txBody>
                  <a:tcPr marL="91440" marR="91440" marT="45720" marB="45720" anchor="ctr">
                    <a:lnL w="9525">
                      <a:solidFill>
                        <a:srgbClr val="D8DFDC"/>
                      </a:solidFill>
                      <a:prstDash val="solid"/>
                    </a:lnL>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950" b="0">
                          <a:solidFill>
                            <a:srgbClr val="142D31"/>
                          </a:solidFill>
                          <a:latin typeface="Bitstream Charter"/>
                          <a:ea typeface="Bitstream Charter"/>
                          <a:cs typeface="Bitstream Charter"/>
                        </a:rPr>
                        <a:t>Validation, features, jobs and dispatch controller</a:t>
                      </a:r>
                    </a:p>
                  </a:txBody>
                  <a:tcPr marL="91440" marR="91440" marT="45720" marB="45720" anchor="ctr">
                    <a:lnR w="9525">
                      <a:solidFill>
                        <a:srgbClr val="D8DFDC"/>
                      </a:solidFill>
                      <a:prstDash val="solid"/>
                    </a:lnR>
                    <a:lnB w="9525">
                      <a:solidFill>
                        <a:srgbClr val="D8DFDC"/>
                      </a:solidFill>
                      <a:prstDash val="solid"/>
                    </a:lnB>
                    <a:solidFill>
                      <a:srgbClr val="F6F5F0"/>
                    </a:solidFill>
                  </a:tcPr>
                </a:tc>
              </a:tr>
              <a:tr h="695325">
                <a:tc>
                  <a:txBody>
                    <a:bodyPr lIns="152400" tIns="95250" rIns="114300" bIns="95250"/>
                    <a:lstStyle/>
                    <a:p>
                      <a:r>
                        <a:rPr sz="1950" b="0">
                          <a:solidFill>
                            <a:srgbClr val="142D31"/>
                          </a:solidFill>
                          <a:latin typeface="Bitstream Charter"/>
                          <a:ea typeface="Bitstream Charter"/>
                          <a:cs typeface="Bitstream Charter"/>
                        </a:rPr>
                        <a:t>Catalyst QuickML</a:t>
                      </a:r>
                    </a:p>
                  </a:txBody>
                  <a:tcPr marL="91440" marR="91440" marT="45720" marB="45720" anchor="ctr">
                    <a:lnL w="9525">
                      <a:solidFill>
                        <a:srgbClr val="D8DFDC"/>
                      </a:solidFill>
                      <a:prstDash val="solid"/>
                    </a:lnL>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950" b="0">
                          <a:solidFill>
                            <a:srgbClr val="142D31"/>
                          </a:solidFill>
                          <a:latin typeface="Bitstream Charter"/>
                          <a:ea typeface="Bitstream Charter"/>
                          <a:cs typeface="Bitstream Charter"/>
                        </a:rPr>
                        <a:t>Published gradient boosting demand regression</a:t>
                      </a:r>
                    </a:p>
                  </a:txBody>
                  <a:tcPr marL="91440" marR="91440" marT="45720" marB="45720" anchor="ctr">
                    <a:lnR w="9525">
                      <a:solidFill>
                        <a:srgbClr val="D8DFDC"/>
                      </a:solidFill>
                      <a:prstDash val="solid"/>
                    </a:lnR>
                    <a:lnB w="9525">
                      <a:solidFill>
                        <a:srgbClr val="D8DFDC"/>
                      </a:solidFill>
                      <a:prstDash val="solid"/>
                    </a:lnB>
                    <a:solidFill>
                      <a:srgbClr val="F6F5F0"/>
                    </a:solidFill>
                  </a:tcPr>
                </a:tc>
              </a:tr>
              <a:tr h="695325">
                <a:tc>
                  <a:txBody>
                    <a:bodyPr lIns="152400" tIns="95250" rIns="114300" bIns="95250"/>
                    <a:lstStyle/>
                    <a:p>
                      <a:r>
                        <a:rPr sz="1950" b="0">
                          <a:solidFill>
                            <a:srgbClr val="142D31"/>
                          </a:solidFill>
                          <a:latin typeface="Bitstream Charter"/>
                          <a:ea typeface="Bitstream Charter"/>
                          <a:cs typeface="Bitstream Charter"/>
                        </a:rPr>
                        <a:t>Server environment</a:t>
                      </a:r>
                    </a:p>
                  </a:txBody>
                  <a:tcPr marL="91440" marR="91440" marT="45720" marB="45720" anchor="ctr">
                    <a:lnL w="9525">
                      <a:solidFill>
                        <a:srgbClr val="D8DFDC"/>
                      </a:solidFill>
                      <a:prstDash val="solid"/>
                    </a:lnL>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950" b="0">
                          <a:solidFill>
                            <a:srgbClr val="142D31"/>
                          </a:solidFill>
                          <a:latin typeface="Bitstream Charter"/>
                          <a:ea typeface="Bitstream Charter"/>
                          <a:cs typeface="Bitstream Charter"/>
                        </a:rPr>
                        <a:t>Endpoint key and OAuth refresh credentials</a:t>
                      </a:r>
                    </a:p>
                  </a:txBody>
                  <a:tcPr marL="91440" marR="91440" marT="45720" marB="45720" anchor="ctr">
                    <a:lnR w="9525">
                      <a:solidFill>
                        <a:srgbClr val="D8DFDC"/>
                      </a:solidFill>
                      <a:prstDash val="solid"/>
                    </a:lnR>
                    <a:lnB w="9525">
                      <a:solidFill>
                        <a:srgbClr val="D8DFDC"/>
                      </a:solidFill>
                      <a:prstDash val="solid"/>
                    </a:lnB>
                    <a:solidFill>
                      <a:srgbClr val="F6F5F0"/>
                    </a:solidFill>
                  </a:tcPr>
                </a:tc>
              </a:tr>
            </a:tbl>
          </a:graphicData>
        </a:graphic>
      </p:graphicFrame>
      <p:sp>
        <p:nvSpPr>
          <p:cNvPr id="4" name="">
            <a:extLst xmlns:a="http://schemas.openxmlformats.org/drawingml/2006/main">
              <a:ext uri="{FF2B5EF4-FFF2-40B4-BE49-F238E27FC236}">
                <a16:creationId xmlns:a16="http://schemas.microsoft.com/office/drawing/2014/main" id="{DBF97FCB-9CAC-4E74-A3C3-B4C280F641F1}"/>
              </a:ext>
            </a:extLst>
          </p:cNvPr>
          <p:cNvSpPr>
            <a:spLocks xmlns:a="http://schemas.openxmlformats.org/drawingml/2006/main" noGrp="1"/>
          </p:cNvSpPr>
          <p:nvPr/>
        </p:nvSpPr>
        <p:spPr>
          <a:xfrm xmlns:a="http://schemas.openxmlformats.org/drawingml/2006/main">
            <a:off x="609600" y="561975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68B78"/>
                </a:solidFill>
                <a:latin typeface="Bitstream Charter"/>
                <a:ea typeface="Bitstream Charter"/>
                <a:cs typeface="Bitstream Charter"/>
              </a:defRPr>
            </a:defPPr>
            <a:lvl1pPr algn="l">
              <a:defRPr sz="1950" b="1">
                <a:solidFill>
                  <a:srgbClr val="168B78"/>
                </a:solidFill>
                <a:latin typeface="Bitstream Charter"/>
                <a:ea typeface="Bitstream Charter"/>
                <a:cs typeface="Bitstream Charter"/>
              </a:defRPr>
            </a:lvl1pPr>
            <a:lvl2pPr algn="l">
              <a:defRPr sz="1950" b="1">
                <a:solidFill>
                  <a:srgbClr val="168B78"/>
                </a:solidFill>
                <a:latin typeface="Bitstream Charter"/>
                <a:ea typeface="Bitstream Charter"/>
                <a:cs typeface="Bitstream Charter"/>
              </a:defRPr>
            </a:lvl2pPr>
            <a:lvl3pPr algn="l">
              <a:defRPr sz="1950" b="1">
                <a:solidFill>
                  <a:srgbClr val="168B78"/>
                </a:solidFill>
                <a:latin typeface="Bitstream Charter"/>
                <a:ea typeface="Bitstream Charter"/>
                <a:cs typeface="Bitstream Charter"/>
              </a:defRPr>
            </a:lvl3pPr>
            <a:lvl4pPr algn="l">
              <a:defRPr sz="1950" b="1">
                <a:solidFill>
                  <a:srgbClr val="168B78"/>
                </a:solidFill>
                <a:latin typeface="Bitstream Charter"/>
                <a:ea typeface="Bitstream Charter"/>
                <a:cs typeface="Bitstream Charter"/>
              </a:defRPr>
            </a:lvl4pPr>
            <a:lvl5pPr algn="l">
              <a:defRPr sz="1950" b="1">
                <a:solidFill>
                  <a:srgbClr val="168B78"/>
                </a:solidFill>
                <a:latin typeface="Bitstream Charter"/>
                <a:ea typeface="Bitstream Charter"/>
                <a:cs typeface="Bitstream Charter"/>
              </a:defRPr>
            </a:lvl5pPr>
            <a:lvl6pPr algn="l">
              <a:defRPr sz="1950" b="1">
                <a:solidFill>
                  <a:srgbClr val="168B78"/>
                </a:solidFill>
                <a:latin typeface="Bitstream Charter"/>
                <a:ea typeface="Bitstream Charter"/>
                <a:cs typeface="Bitstream Charter"/>
              </a:defRPr>
            </a:lvl6pPr>
            <a:lvl7pPr algn="l">
              <a:defRPr sz="1950" b="1">
                <a:solidFill>
                  <a:srgbClr val="168B78"/>
                </a:solidFill>
                <a:latin typeface="Bitstream Charter"/>
                <a:ea typeface="Bitstream Charter"/>
                <a:cs typeface="Bitstream Charter"/>
              </a:defRPr>
            </a:lvl7pPr>
            <a:lvl8pPr algn="l">
              <a:defRPr sz="1950" b="1">
                <a:solidFill>
                  <a:srgbClr val="168B78"/>
                </a:solidFill>
                <a:latin typeface="Bitstream Charter"/>
                <a:ea typeface="Bitstream Charter"/>
                <a:cs typeface="Bitstream Charter"/>
              </a:defRPr>
            </a:lvl8pPr>
            <a:lvl9pPr algn="l">
              <a:defRPr sz="1950" b="1">
                <a:solidFill>
                  <a:srgbClr val="168B78"/>
                </a:solidFill>
                <a:latin typeface="Bitstream Charter"/>
                <a:ea typeface="Bitstream Charter"/>
                <a:cs typeface="Bitstream Charter"/>
              </a:defRPr>
            </a:lvl9pPr>
          </a:lstStyle>
          <a:p xmlns:a="http://schemas.openxmlformats.org/drawingml/2006/main">
            <a:pPr algn="l">
              <a:defRPr sz="1950" b="1">
                <a:solidFill>
                  <a:srgbClr val="168B78"/>
                </a:solidFill>
                <a:latin typeface="Bitstream Charter"/>
                <a:ea typeface="Bitstream Charter"/>
                <a:cs typeface="Bitstream Charter"/>
              </a:defRPr>
            </a:pPr>
            <a:r>
              <a:rPr sz="1950" b="1">
                <a:solidFill>
                  <a:srgbClr val="168B78"/>
                </a:solidFill>
                <a:latin typeface="Bitstream Charter"/>
                <a:ea typeface="Bitstream Charter"/>
                <a:cs typeface="Bitstream Charter"/>
              </a:rPr>
              <a:t>Short job requests keep long forecasts outside a single HTTP request.</a:t>
            </a:r>
          </a:p>
        </p:txBody>
      </p:sp>
      <p:sp>
        <p:nvSpPr>
          <p:cNvPr id="5" name="">
            <a:extLst xmlns:a="http://schemas.openxmlformats.org/drawingml/2006/main">
              <a:ext uri="{FF2B5EF4-FFF2-40B4-BE49-F238E27FC236}">
                <a16:creationId xmlns:a16="http://schemas.microsoft.com/office/drawing/2014/main" id="{4AD94481-CF62-4D73-83D0-900D61709542}"/>
              </a:ext>
            </a:extLst>
          </p:cNvPr>
          <p:cNvSpPr>
            <a:spLocks xmlns:a="http://schemas.openxmlformats.org/drawingml/2006/main" noGrp="1"/>
          </p:cNvSpPr>
          <p:nvPr/>
        </p:nvSpPr>
        <p:spPr>
          <a:xfrm xmlns:a="http://schemas.openxmlformats.org/drawingml/2006/main">
            <a:off x="609600" y="6210300"/>
            <a:ext cx="1019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67074"/>
                </a:solidFill>
                <a:latin typeface="Bitstream Charter"/>
                <a:ea typeface="Bitstream Charter"/>
                <a:cs typeface="Bitstream Charter"/>
              </a:defRPr>
            </a:defPPr>
            <a:lvl1pPr algn="l">
              <a:defRPr sz="1275" b="0">
                <a:solidFill>
                  <a:srgbClr val="567074"/>
                </a:solidFill>
                <a:latin typeface="Bitstream Charter"/>
                <a:ea typeface="Bitstream Charter"/>
                <a:cs typeface="Bitstream Charter"/>
              </a:defRPr>
            </a:lvl1pPr>
            <a:lvl2pPr algn="l">
              <a:defRPr sz="1275" b="0">
                <a:solidFill>
                  <a:srgbClr val="567074"/>
                </a:solidFill>
                <a:latin typeface="Bitstream Charter"/>
                <a:ea typeface="Bitstream Charter"/>
                <a:cs typeface="Bitstream Charter"/>
              </a:defRPr>
            </a:lvl2pPr>
            <a:lvl3pPr algn="l">
              <a:defRPr sz="1275" b="0">
                <a:solidFill>
                  <a:srgbClr val="567074"/>
                </a:solidFill>
                <a:latin typeface="Bitstream Charter"/>
                <a:ea typeface="Bitstream Charter"/>
                <a:cs typeface="Bitstream Charter"/>
              </a:defRPr>
            </a:lvl3pPr>
            <a:lvl4pPr algn="l">
              <a:defRPr sz="1275" b="0">
                <a:solidFill>
                  <a:srgbClr val="567074"/>
                </a:solidFill>
                <a:latin typeface="Bitstream Charter"/>
                <a:ea typeface="Bitstream Charter"/>
                <a:cs typeface="Bitstream Charter"/>
              </a:defRPr>
            </a:lvl4pPr>
            <a:lvl5pPr algn="l">
              <a:defRPr sz="1275" b="0">
                <a:solidFill>
                  <a:srgbClr val="567074"/>
                </a:solidFill>
                <a:latin typeface="Bitstream Charter"/>
                <a:ea typeface="Bitstream Charter"/>
                <a:cs typeface="Bitstream Charter"/>
              </a:defRPr>
            </a:lvl5pPr>
            <a:lvl6pPr algn="l">
              <a:defRPr sz="1275" b="0">
                <a:solidFill>
                  <a:srgbClr val="567074"/>
                </a:solidFill>
                <a:latin typeface="Bitstream Charter"/>
                <a:ea typeface="Bitstream Charter"/>
                <a:cs typeface="Bitstream Charter"/>
              </a:defRPr>
            </a:lvl6pPr>
            <a:lvl7pPr algn="l">
              <a:defRPr sz="1275" b="0">
                <a:solidFill>
                  <a:srgbClr val="567074"/>
                </a:solidFill>
                <a:latin typeface="Bitstream Charter"/>
                <a:ea typeface="Bitstream Charter"/>
                <a:cs typeface="Bitstream Charter"/>
              </a:defRPr>
            </a:lvl7pPr>
            <a:lvl8pPr algn="l">
              <a:defRPr sz="1275" b="0">
                <a:solidFill>
                  <a:srgbClr val="567074"/>
                </a:solidFill>
                <a:latin typeface="Bitstream Charter"/>
                <a:ea typeface="Bitstream Charter"/>
                <a:cs typeface="Bitstream Charter"/>
              </a:defRPr>
            </a:lvl8pPr>
            <a:lvl9pPr algn="l">
              <a:defRPr sz="1275" b="0">
                <a:solidFill>
                  <a:srgbClr val="567074"/>
                </a:solidFill>
                <a:latin typeface="Bitstream Charter"/>
                <a:ea typeface="Bitstream Charter"/>
                <a:cs typeface="Bitstream Charter"/>
              </a:defRPr>
            </a:lvl9pPr>
          </a:lstStyle>
          <a:p xmlns:a="http://schemas.openxmlformats.org/drawingml/2006/main">
            <a:pPr algn="l">
              <a:defRPr sz="1275" b="0">
                <a:solidFill>
                  <a:srgbClr val="567074"/>
                </a:solidFill>
                <a:latin typeface="Bitstream Charter"/>
                <a:ea typeface="Bitstream Charter"/>
                <a:cs typeface="Bitstream Charter"/>
              </a:defRPr>
            </a:pPr>
            <a:r>
              <a:rPr sz="1275" b="0">
                <a:solidFill>
                  <a:srgbClr val="567074"/>
                </a:solidFill>
                <a:latin typeface="Bitstream Charter"/>
                <a:ea typeface="Bitstream Charter"/>
                <a:cs typeface="Bitstream Charter"/>
              </a:rPr>
              <a:t>24 single-record prediction calls per forecast. Four bounded workers preserve row order.</a:t>
            </a:r>
          </a:p>
        </p:txBody>
      </p:sp>
    </p:spTree>
    <p:extLst>
      <p:ext uri="{BB962C8B-B14F-4D97-AF65-F5344CB8AC3E}">
        <p14:creationId xmlns:p14="http://schemas.microsoft.com/office/powerpoint/2010/main" val="2082084081"/>
      </p:ext>
    </p:extLst>
  </p:cSld>
</p:sld>
</file>

<file path=ppt/slides/slide5.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BD1DDBB-9369-45A1-A27E-2CA8D8BE998E}"/>
              </a:ext>
            </a:extLst>
          </p:cNvPr>
          <p:cNvSpPr>
            <a:spLocks xmlns:a="http://schemas.openxmlformats.org/drawingml/2006/main" noGrp="1"/>
          </p:cNvSpPr>
          <p:nvPr/>
        </p:nvSpPr>
        <p:spPr>
          <a:xfrm xmlns:a="http://schemas.openxmlformats.org/drawingml/2006/main">
            <a:off x="609600" y="457200"/>
            <a:ext cx="10953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42D31"/>
                </a:solidFill>
                <a:latin typeface="Bitstream Charter"/>
                <a:ea typeface="Bitstream Charter"/>
                <a:cs typeface="Bitstream Charter"/>
              </a:defRPr>
            </a:defPPr>
            <a:lvl1pPr algn="l">
              <a:defRPr sz="3450" b="1">
                <a:solidFill>
                  <a:srgbClr val="142D31"/>
                </a:solidFill>
                <a:latin typeface="Bitstream Charter"/>
                <a:ea typeface="Bitstream Charter"/>
                <a:cs typeface="Bitstream Charter"/>
              </a:defRPr>
            </a:lvl1pPr>
            <a:lvl2pPr algn="l">
              <a:defRPr sz="3450" b="1">
                <a:solidFill>
                  <a:srgbClr val="142D31"/>
                </a:solidFill>
                <a:latin typeface="Bitstream Charter"/>
                <a:ea typeface="Bitstream Charter"/>
                <a:cs typeface="Bitstream Charter"/>
              </a:defRPr>
            </a:lvl2pPr>
            <a:lvl3pPr algn="l">
              <a:defRPr sz="3450" b="1">
                <a:solidFill>
                  <a:srgbClr val="142D31"/>
                </a:solidFill>
                <a:latin typeface="Bitstream Charter"/>
                <a:ea typeface="Bitstream Charter"/>
                <a:cs typeface="Bitstream Charter"/>
              </a:defRPr>
            </a:lvl3pPr>
            <a:lvl4pPr algn="l">
              <a:defRPr sz="3450" b="1">
                <a:solidFill>
                  <a:srgbClr val="142D31"/>
                </a:solidFill>
                <a:latin typeface="Bitstream Charter"/>
                <a:ea typeface="Bitstream Charter"/>
                <a:cs typeface="Bitstream Charter"/>
              </a:defRPr>
            </a:lvl4pPr>
            <a:lvl5pPr algn="l">
              <a:defRPr sz="3450" b="1">
                <a:solidFill>
                  <a:srgbClr val="142D31"/>
                </a:solidFill>
                <a:latin typeface="Bitstream Charter"/>
                <a:ea typeface="Bitstream Charter"/>
                <a:cs typeface="Bitstream Charter"/>
              </a:defRPr>
            </a:lvl5pPr>
            <a:lvl6pPr algn="l">
              <a:defRPr sz="3450" b="1">
                <a:solidFill>
                  <a:srgbClr val="142D31"/>
                </a:solidFill>
                <a:latin typeface="Bitstream Charter"/>
                <a:ea typeface="Bitstream Charter"/>
                <a:cs typeface="Bitstream Charter"/>
              </a:defRPr>
            </a:lvl6pPr>
            <a:lvl7pPr algn="l">
              <a:defRPr sz="3450" b="1">
                <a:solidFill>
                  <a:srgbClr val="142D31"/>
                </a:solidFill>
                <a:latin typeface="Bitstream Charter"/>
                <a:ea typeface="Bitstream Charter"/>
                <a:cs typeface="Bitstream Charter"/>
              </a:defRPr>
            </a:lvl7pPr>
            <a:lvl8pPr algn="l">
              <a:defRPr sz="3450" b="1">
                <a:solidFill>
                  <a:srgbClr val="142D31"/>
                </a:solidFill>
                <a:latin typeface="Bitstream Charter"/>
                <a:ea typeface="Bitstream Charter"/>
                <a:cs typeface="Bitstream Charter"/>
              </a:defRPr>
            </a:lvl8pPr>
            <a:lvl9pPr algn="l">
              <a:defRPr sz="3450" b="1">
                <a:solidFill>
                  <a:srgbClr val="142D31"/>
                </a:solidFill>
                <a:latin typeface="Bitstream Charter"/>
                <a:ea typeface="Bitstream Charter"/>
                <a:cs typeface="Bitstream Charter"/>
              </a:defRPr>
            </a:lvl9pPr>
          </a:lstStyle>
          <a:p xmlns:a="http://schemas.openxmlformats.org/drawingml/2006/main">
            <a:pPr algn="l">
              <a:defRPr sz="3450" b="1">
                <a:solidFill>
                  <a:srgbClr val="142D31"/>
                </a:solidFill>
                <a:latin typeface="Bitstream Charter"/>
                <a:ea typeface="Bitstream Charter"/>
                <a:cs typeface="Bitstream Charter"/>
              </a:defRPr>
            </a:pPr>
            <a:r>
              <a:rPr sz="3450" b="1">
                <a:solidFill>
                  <a:srgbClr val="142D31"/>
                </a:solidFill>
                <a:latin typeface="Bitstream Charter"/>
                <a:ea typeface="Bitstream Charter"/>
                <a:cs typeface="Bitstream Charter"/>
              </a:rPr>
              <a:t>Demand regression in QuickML</a:t>
            </a:r>
          </a:p>
        </p:txBody>
      </p:sp>
      <p:sp>
        <p:nvSpPr>
          <p:cNvPr id="2" name="">
            <a:extLst xmlns:a="http://schemas.openxmlformats.org/drawingml/2006/main">
              <a:ext uri="{FF2B5EF4-FFF2-40B4-BE49-F238E27FC236}">
                <a16:creationId xmlns:a16="http://schemas.microsoft.com/office/drawing/2014/main" id="{F2EDF8C0-AE1B-4B08-B1DC-46BED52E36E4}"/>
              </a:ext>
            </a:extLst>
          </p:cNvPr>
          <p:cNvSpPr>
            <a:spLocks xmlns:a="http://schemas.openxmlformats.org/drawingml/2006/main" noGrp="1"/>
          </p:cNvSpPr>
          <p:nvPr/>
        </p:nvSpPr>
        <p:spPr>
          <a:xfrm xmlns:a="http://schemas.openxmlformats.org/drawingml/2006/main">
            <a:off x="11096625" y="63817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7074"/>
                </a:solidFill>
                <a:latin typeface="Bitstream Charter"/>
                <a:ea typeface="Bitstream Charter"/>
                <a:cs typeface="Bitstream Charter"/>
              </a:defRPr>
            </a:defPPr>
            <a:lvl1pPr algn="r">
              <a:defRPr sz="1275" b="0">
                <a:solidFill>
                  <a:srgbClr val="567074"/>
                </a:solidFill>
                <a:latin typeface="Bitstream Charter"/>
                <a:ea typeface="Bitstream Charter"/>
                <a:cs typeface="Bitstream Charter"/>
              </a:defRPr>
            </a:lvl1pPr>
            <a:lvl2pPr algn="r">
              <a:defRPr sz="1275" b="0">
                <a:solidFill>
                  <a:srgbClr val="567074"/>
                </a:solidFill>
                <a:latin typeface="Bitstream Charter"/>
                <a:ea typeface="Bitstream Charter"/>
                <a:cs typeface="Bitstream Charter"/>
              </a:defRPr>
            </a:lvl2pPr>
            <a:lvl3pPr algn="r">
              <a:defRPr sz="1275" b="0">
                <a:solidFill>
                  <a:srgbClr val="567074"/>
                </a:solidFill>
                <a:latin typeface="Bitstream Charter"/>
                <a:ea typeface="Bitstream Charter"/>
                <a:cs typeface="Bitstream Charter"/>
              </a:defRPr>
            </a:lvl3pPr>
            <a:lvl4pPr algn="r">
              <a:defRPr sz="1275" b="0">
                <a:solidFill>
                  <a:srgbClr val="567074"/>
                </a:solidFill>
                <a:latin typeface="Bitstream Charter"/>
                <a:ea typeface="Bitstream Charter"/>
                <a:cs typeface="Bitstream Charter"/>
              </a:defRPr>
            </a:lvl4pPr>
            <a:lvl5pPr algn="r">
              <a:defRPr sz="1275" b="0">
                <a:solidFill>
                  <a:srgbClr val="567074"/>
                </a:solidFill>
                <a:latin typeface="Bitstream Charter"/>
                <a:ea typeface="Bitstream Charter"/>
                <a:cs typeface="Bitstream Charter"/>
              </a:defRPr>
            </a:lvl5pPr>
            <a:lvl6pPr algn="r">
              <a:defRPr sz="1275" b="0">
                <a:solidFill>
                  <a:srgbClr val="567074"/>
                </a:solidFill>
                <a:latin typeface="Bitstream Charter"/>
                <a:ea typeface="Bitstream Charter"/>
                <a:cs typeface="Bitstream Charter"/>
              </a:defRPr>
            </a:lvl6pPr>
            <a:lvl7pPr algn="r">
              <a:defRPr sz="1275" b="0">
                <a:solidFill>
                  <a:srgbClr val="567074"/>
                </a:solidFill>
                <a:latin typeface="Bitstream Charter"/>
                <a:ea typeface="Bitstream Charter"/>
                <a:cs typeface="Bitstream Charter"/>
              </a:defRPr>
            </a:lvl7pPr>
            <a:lvl8pPr algn="r">
              <a:defRPr sz="1275" b="0">
                <a:solidFill>
                  <a:srgbClr val="567074"/>
                </a:solidFill>
                <a:latin typeface="Bitstream Charter"/>
                <a:ea typeface="Bitstream Charter"/>
                <a:cs typeface="Bitstream Charter"/>
              </a:defRPr>
            </a:lvl8pPr>
            <a:lvl9pPr algn="r">
              <a:defRPr sz="1275" b="0">
                <a:solidFill>
                  <a:srgbClr val="567074"/>
                </a:solidFill>
                <a:latin typeface="Bitstream Charter"/>
                <a:ea typeface="Bitstream Charter"/>
                <a:cs typeface="Bitstream Charter"/>
              </a:defRPr>
            </a:lvl9pPr>
          </a:lstStyle>
          <a:p xmlns:a="http://schemas.openxmlformats.org/drawingml/2006/main">
            <a:pPr algn="r">
              <a:defRPr sz="1275" b="0">
                <a:solidFill>
                  <a:srgbClr val="567074"/>
                </a:solidFill>
                <a:latin typeface="Bitstream Charter"/>
                <a:ea typeface="Bitstream Charter"/>
                <a:cs typeface="Bitstream Charter"/>
              </a:defRPr>
            </a:pPr>
            <a:r>
              <a:rPr sz="1275" b="0">
                <a:solidFill>
                  <a:srgbClr val="567074"/>
                </a:solidFill>
                <a:latin typeface="Bitstream Charter"/>
                <a:ea typeface="Bitstream Charter"/>
                <a:cs typeface="Bitstream Charter"/>
              </a:rPr>
              <a:t>05</a:t>
            </a:r>
          </a:p>
        </p:txBody>
      </p:sp>
      <p:sp>
        <p:nvSpPr>
          <p:cNvPr id="3" name="">
            <a:extLst xmlns:a="http://schemas.openxmlformats.org/drawingml/2006/main">
              <a:ext uri="{FF2B5EF4-FFF2-40B4-BE49-F238E27FC236}">
                <a16:creationId xmlns:a16="http://schemas.microsoft.com/office/drawing/2014/main" id="{C153AC15-4313-4ACA-B07B-F811FA06D765}"/>
              </a:ext>
            </a:extLst>
          </p:cNvPr>
          <p:cNvSpPr>
            <a:spLocks xmlns:a="http://schemas.openxmlformats.org/drawingml/2006/main" noGrp="1"/>
          </p:cNvSpPr>
          <p:nvPr/>
        </p:nvSpPr>
        <p:spPr>
          <a:xfrm xmlns:a="http://schemas.openxmlformats.org/drawingml/2006/main">
            <a:off x="609600" y="2000250"/>
            <a:ext cx="62865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400" b="1">
                <a:solidFill>
                  <a:srgbClr val="168B78"/>
                </a:solidFill>
                <a:latin typeface="Bitstream Charter"/>
                <a:ea typeface="Bitstream Charter"/>
                <a:cs typeface="Bitstream Charter"/>
              </a:defRPr>
            </a:defPPr>
            <a:lvl1pPr algn="l">
              <a:defRPr sz="8400" b="1">
                <a:solidFill>
                  <a:srgbClr val="168B78"/>
                </a:solidFill>
                <a:latin typeface="Bitstream Charter"/>
                <a:ea typeface="Bitstream Charter"/>
                <a:cs typeface="Bitstream Charter"/>
              </a:defRPr>
            </a:lvl1pPr>
            <a:lvl2pPr algn="l">
              <a:defRPr sz="8400" b="1">
                <a:solidFill>
                  <a:srgbClr val="168B78"/>
                </a:solidFill>
                <a:latin typeface="Bitstream Charter"/>
                <a:ea typeface="Bitstream Charter"/>
                <a:cs typeface="Bitstream Charter"/>
              </a:defRPr>
            </a:lvl2pPr>
            <a:lvl3pPr algn="l">
              <a:defRPr sz="8400" b="1">
                <a:solidFill>
                  <a:srgbClr val="168B78"/>
                </a:solidFill>
                <a:latin typeface="Bitstream Charter"/>
                <a:ea typeface="Bitstream Charter"/>
                <a:cs typeface="Bitstream Charter"/>
              </a:defRPr>
            </a:lvl3pPr>
            <a:lvl4pPr algn="l">
              <a:defRPr sz="8400" b="1">
                <a:solidFill>
                  <a:srgbClr val="168B78"/>
                </a:solidFill>
                <a:latin typeface="Bitstream Charter"/>
                <a:ea typeface="Bitstream Charter"/>
                <a:cs typeface="Bitstream Charter"/>
              </a:defRPr>
            </a:lvl4pPr>
            <a:lvl5pPr algn="l">
              <a:defRPr sz="8400" b="1">
                <a:solidFill>
                  <a:srgbClr val="168B78"/>
                </a:solidFill>
                <a:latin typeface="Bitstream Charter"/>
                <a:ea typeface="Bitstream Charter"/>
                <a:cs typeface="Bitstream Charter"/>
              </a:defRPr>
            </a:lvl5pPr>
            <a:lvl6pPr algn="l">
              <a:defRPr sz="8400" b="1">
                <a:solidFill>
                  <a:srgbClr val="168B78"/>
                </a:solidFill>
                <a:latin typeface="Bitstream Charter"/>
                <a:ea typeface="Bitstream Charter"/>
                <a:cs typeface="Bitstream Charter"/>
              </a:defRPr>
            </a:lvl6pPr>
            <a:lvl7pPr algn="l">
              <a:defRPr sz="8400" b="1">
                <a:solidFill>
                  <a:srgbClr val="168B78"/>
                </a:solidFill>
                <a:latin typeface="Bitstream Charter"/>
                <a:ea typeface="Bitstream Charter"/>
                <a:cs typeface="Bitstream Charter"/>
              </a:defRPr>
            </a:lvl7pPr>
            <a:lvl8pPr algn="l">
              <a:defRPr sz="8400" b="1">
                <a:solidFill>
                  <a:srgbClr val="168B78"/>
                </a:solidFill>
                <a:latin typeface="Bitstream Charter"/>
                <a:ea typeface="Bitstream Charter"/>
                <a:cs typeface="Bitstream Charter"/>
              </a:defRPr>
            </a:lvl8pPr>
            <a:lvl9pPr algn="l">
              <a:defRPr sz="8400" b="1">
                <a:solidFill>
                  <a:srgbClr val="168B78"/>
                </a:solidFill>
                <a:latin typeface="Bitstream Charter"/>
                <a:ea typeface="Bitstream Charter"/>
                <a:cs typeface="Bitstream Charter"/>
              </a:defRPr>
            </a:lvl9pPr>
          </a:lstStyle>
          <a:p xmlns:a="http://schemas.openxmlformats.org/drawingml/2006/main">
            <a:pPr algn="l">
              <a:defRPr sz="8400" b="1">
                <a:solidFill>
                  <a:srgbClr val="168B78"/>
                </a:solidFill>
                <a:latin typeface="Bitstream Charter"/>
                <a:ea typeface="Bitstream Charter"/>
                <a:cs typeface="Bitstream Charter"/>
              </a:defRPr>
            </a:pPr>
            <a:r>
              <a:rPr sz="8400" b="1">
                <a:solidFill>
                  <a:srgbClr val="168B78"/>
                </a:solidFill>
                <a:latin typeface="Bitstream Charter"/>
                <a:ea typeface="Bitstream Charter"/>
                <a:cs typeface="Bitstream Charter"/>
              </a:rPr>
              <a:t>8.2451</a:t>
            </a:r>
          </a:p>
        </p:txBody>
      </p:sp>
      <p:sp>
        <p:nvSpPr>
          <p:cNvPr id="4" name="">
            <a:extLst xmlns:a="http://schemas.openxmlformats.org/drawingml/2006/main">
              <a:ext uri="{FF2B5EF4-FFF2-40B4-BE49-F238E27FC236}">
                <a16:creationId xmlns:a16="http://schemas.microsoft.com/office/drawing/2014/main" id="{04D3DE22-9A59-457C-9777-D3122CACAC24}"/>
              </a:ext>
            </a:extLst>
          </p:cNvPr>
          <p:cNvSpPr>
            <a:spLocks xmlns:a="http://schemas.openxmlformats.org/drawingml/2006/main" noGrp="1"/>
          </p:cNvSpPr>
          <p:nvPr/>
        </p:nvSpPr>
        <p:spPr>
          <a:xfrm xmlns:a="http://schemas.openxmlformats.org/drawingml/2006/main">
            <a:off x="685800" y="3429000"/>
            <a:ext cx="600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142D31"/>
                </a:solidFill>
                <a:latin typeface="Bitstream Charter"/>
                <a:ea typeface="Bitstream Charter"/>
                <a:cs typeface="Bitstream Charter"/>
              </a:defRPr>
            </a:defPPr>
            <a:lvl1pPr algn="l">
              <a:defRPr sz="2850" b="0">
                <a:solidFill>
                  <a:srgbClr val="142D31"/>
                </a:solidFill>
                <a:latin typeface="Bitstream Charter"/>
                <a:ea typeface="Bitstream Charter"/>
                <a:cs typeface="Bitstream Charter"/>
              </a:defRPr>
            </a:lvl1pPr>
            <a:lvl2pPr algn="l">
              <a:defRPr sz="2850" b="0">
                <a:solidFill>
                  <a:srgbClr val="142D31"/>
                </a:solidFill>
                <a:latin typeface="Bitstream Charter"/>
                <a:ea typeface="Bitstream Charter"/>
                <a:cs typeface="Bitstream Charter"/>
              </a:defRPr>
            </a:lvl2pPr>
            <a:lvl3pPr algn="l">
              <a:defRPr sz="2850" b="0">
                <a:solidFill>
                  <a:srgbClr val="142D31"/>
                </a:solidFill>
                <a:latin typeface="Bitstream Charter"/>
                <a:ea typeface="Bitstream Charter"/>
                <a:cs typeface="Bitstream Charter"/>
              </a:defRPr>
            </a:lvl3pPr>
            <a:lvl4pPr algn="l">
              <a:defRPr sz="2850" b="0">
                <a:solidFill>
                  <a:srgbClr val="142D31"/>
                </a:solidFill>
                <a:latin typeface="Bitstream Charter"/>
                <a:ea typeface="Bitstream Charter"/>
                <a:cs typeface="Bitstream Charter"/>
              </a:defRPr>
            </a:lvl4pPr>
            <a:lvl5pPr algn="l">
              <a:defRPr sz="2850" b="0">
                <a:solidFill>
                  <a:srgbClr val="142D31"/>
                </a:solidFill>
                <a:latin typeface="Bitstream Charter"/>
                <a:ea typeface="Bitstream Charter"/>
                <a:cs typeface="Bitstream Charter"/>
              </a:defRPr>
            </a:lvl5pPr>
            <a:lvl6pPr algn="l">
              <a:defRPr sz="2850" b="0">
                <a:solidFill>
                  <a:srgbClr val="142D31"/>
                </a:solidFill>
                <a:latin typeface="Bitstream Charter"/>
                <a:ea typeface="Bitstream Charter"/>
                <a:cs typeface="Bitstream Charter"/>
              </a:defRPr>
            </a:lvl6pPr>
            <a:lvl7pPr algn="l">
              <a:defRPr sz="2850" b="0">
                <a:solidFill>
                  <a:srgbClr val="142D31"/>
                </a:solidFill>
                <a:latin typeface="Bitstream Charter"/>
                <a:ea typeface="Bitstream Charter"/>
                <a:cs typeface="Bitstream Charter"/>
              </a:defRPr>
            </a:lvl7pPr>
            <a:lvl8pPr algn="l">
              <a:defRPr sz="2850" b="0">
                <a:solidFill>
                  <a:srgbClr val="142D31"/>
                </a:solidFill>
                <a:latin typeface="Bitstream Charter"/>
                <a:ea typeface="Bitstream Charter"/>
                <a:cs typeface="Bitstream Charter"/>
              </a:defRPr>
            </a:lvl8pPr>
            <a:lvl9pPr algn="l">
              <a:defRPr sz="2850" b="0">
                <a:solidFill>
                  <a:srgbClr val="142D31"/>
                </a:solidFill>
                <a:latin typeface="Bitstream Charter"/>
                <a:ea typeface="Bitstream Charter"/>
                <a:cs typeface="Bitstream Charter"/>
              </a:defRPr>
            </a:lvl9pPr>
          </a:lstStyle>
          <a:p xmlns:a="http://schemas.openxmlformats.org/drawingml/2006/main">
            <a:pPr algn="l">
              <a:defRPr sz="2850" b="0">
                <a:solidFill>
                  <a:srgbClr val="142D31"/>
                </a:solidFill>
                <a:latin typeface="Bitstream Charter"/>
                <a:ea typeface="Bitstream Charter"/>
                <a:cs typeface="Bitstream Charter"/>
              </a:defRPr>
            </a:pPr>
            <a:r>
              <a:rPr sz="2850" b="0">
                <a:solidFill>
                  <a:srgbClr val="142D31"/>
                </a:solidFill>
                <a:latin typeface="Bitstream Charter"/>
                <a:ea typeface="Bitstream Charter"/>
                <a:cs typeface="Bitstream Charter"/>
              </a:rPr>
              <a:t>kW RMSE</a:t>
            </a:r>
          </a:p>
        </p:txBody>
      </p:sp>
      <p:sp>
        <p:nvSpPr>
          <p:cNvPr id="5" name="">
            <a:extLst xmlns:a="http://schemas.openxmlformats.org/drawingml/2006/main">
              <a:ext uri="{FF2B5EF4-FFF2-40B4-BE49-F238E27FC236}">
                <a16:creationId xmlns:a16="http://schemas.microsoft.com/office/drawing/2014/main" id="{C1F04A03-1DF9-4242-8A84-4F973A1CBFB9}"/>
              </a:ext>
            </a:extLst>
          </p:cNvPr>
          <p:cNvSpPr>
            <a:spLocks xmlns:a="http://schemas.openxmlformats.org/drawingml/2006/main" noGrp="1"/>
          </p:cNvSpPr>
          <p:nvPr/>
        </p:nvSpPr>
        <p:spPr>
          <a:xfrm xmlns:a="http://schemas.openxmlformats.org/drawingml/2006/main">
            <a:off x="7858125" y="2095500"/>
            <a:ext cx="3571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42D31"/>
                </a:solidFill>
                <a:latin typeface="Bitstream Charter"/>
                <a:ea typeface="Bitstream Charter"/>
                <a:cs typeface="Bitstream Charter"/>
              </a:defRPr>
            </a:defPPr>
            <a:lvl1pPr algn="l">
              <a:defRPr sz="3450" b="1">
                <a:solidFill>
                  <a:srgbClr val="142D31"/>
                </a:solidFill>
                <a:latin typeface="Bitstream Charter"/>
                <a:ea typeface="Bitstream Charter"/>
                <a:cs typeface="Bitstream Charter"/>
              </a:defRPr>
            </a:lvl1pPr>
            <a:lvl2pPr algn="l">
              <a:defRPr sz="3450" b="1">
                <a:solidFill>
                  <a:srgbClr val="142D31"/>
                </a:solidFill>
                <a:latin typeface="Bitstream Charter"/>
                <a:ea typeface="Bitstream Charter"/>
                <a:cs typeface="Bitstream Charter"/>
              </a:defRPr>
            </a:lvl2pPr>
            <a:lvl3pPr algn="l">
              <a:defRPr sz="3450" b="1">
                <a:solidFill>
                  <a:srgbClr val="142D31"/>
                </a:solidFill>
                <a:latin typeface="Bitstream Charter"/>
                <a:ea typeface="Bitstream Charter"/>
                <a:cs typeface="Bitstream Charter"/>
              </a:defRPr>
            </a:lvl3pPr>
            <a:lvl4pPr algn="l">
              <a:defRPr sz="3450" b="1">
                <a:solidFill>
                  <a:srgbClr val="142D31"/>
                </a:solidFill>
                <a:latin typeface="Bitstream Charter"/>
                <a:ea typeface="Bitstream Charter"/>
                <a:cs typeface="Bitstream Charter"/>
              </a:defRPr>
            </a:lvl4pPr>
            <a:lvl5pPr algn="l">
              <a:defRPr sz="3450" b="1">
                <a:solidFill>
                  <a:srgbClr val="142D31"/>
                </a:solidFill>
                <a:latin typeface="Bitstream Charter"/>
                <a:ea typeface="Bitstream Charter"/>
                <a:cs typeface="Bitstream Charter"/>
              </a:defRPr>
            </a:lvl5pPr>
            <a:lvl6pPr algn="l">
              <a:defRPr sz="3450" b="1">
                <a:solidFill>
                  <a:srgbClr val="142D31"/>
                </a:solidFill>
                <a:latin typeface="Bitstream Charter"/>
                <a:ea typeface="Bitstream Charter"/>
                <a:cs typeface="Bitstream Charter"/>
              </a:defRPr>
            </a:lvl6pPr>
            <a:lvl7pPr algn="l">
              <a:defRPr sz="3450" b="1">
                <a:solidFill>
                  <a:srgbClr val="142D31"/>
                </a:solidFill>
                <a:latin typeface="Bitstream Charter"/>
                <a:ea typeface="Bitstream Charter"/>
                <a:cs typeface="Bitstream Charter"/>
              </a:defRPr>
            </a:lvl7pPr>
            <a:lvl8pPr algn="l">
              <a:defRPr sz="3450" b="1">
                <a:solidFill>
                  <a:srgbClr val="142D31"/>
                </a:solidFill>
                <a:latin typeface="Bitstream Charter"/>
                <a:ea typeface="Bitstream Charter"/>
                <a:cs typeface="Bitstream Charter"/>
              </a:defRPr>
            </a:lvl8pPr>
            <a:lvl9pPr algn="l">
              <a:defRPr sz="3450" b="1">
                <a:solidFill>
                  <a:srgbClr val="142D31"/>
                </a:solidFill>
                <a:latin typeface="Bitstream Charter"/>
                <a:ea typeface="Bitstream Charter"/>
                <a:cs typeface="Bitstream Charter"/>
              </a:defRPr>
            </a:lvl9pPr>
          </a:lstStyle>
          <a:p xmlns:a="http://schemas.openxmlformats.org/drawingml/2006/main">
            <a:pPr algn="l">
              <a:defRPr sz="3450" b="1">
                <a:solidFill>
                  <a:srgbClr val="142D31"/>
                </a:solidFill>
                <a:latin typeface="Bitstream Charter"/>
                <a:ea typeface="Bitstream Charter"/>
                <a:cs typeface="Bitstream Charter"/>
              </a:defRPr>
            </a:pPr>
            <a:r>
              <a:rPr sz="3450" b="1">
                <a:solidFill>
                  <a:srgbClr val="142D31"/>
                </a:solidFill>
                <a:latin typeface="Bitstream Charter"/>
                <a:ea typeface="Bitstream Charter"/>
                <a:cs typeface="Bitstream Charter"/>
              </a:rPr>
              <a:t>6.6181 kW</a:t>
            </a:r>
          </a:p>
        </p:txBody>
      </p:sp>
      <p:sp>
        <p:nvSpPr>
          <p:cNvPr id="6" name="">
            <a:extLst xmlns:a="http://schemas.openxmlformats.org/drawingml/2006/main">
              <a:ext uri="{FF2B5EF4-FFF2-40B4-BE49-F238E27FC236}">
                <a16:creationId xmlns:a16="http://schemas.microsoft.com/office/drawing/2014/main" id="{4F0802B2-A5A9-44C2-8202-4FDA40A766B0}"/>
              </a:ext>
            </a:extLst>
          </p:cNvPr>
          <p:cNvSpPr>
            <a:spLocks xmlns:a="http://schemas.openxmlformats.org/drawingml/2006/main" noGrp="1"/>
          </p:cNvSpPr>
          <p:nvPr/>
        </p:nvSpPr>
        <p:spPr>
          <a:xfrm xmlns:a="http://schemas.openxmlformats.org/drawingml/2006/main">
            <a:off x="7886700" y="2800350"/>
            <a:ext cx="3667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567074"/>
                </a:solidFill>
                <a:latin typeface="Bitstream Charter"/>
                <a:ea typeface="Bitstream Charter"/>
                <a:cs typeface="Bitstream Charter"/>
              </a:defRPr>
            </a:defPPr>
            <a:lvl1pPr algn="l">
              <a:defRPr sz="1950" b="0">
                <a:solidFill>
                  <a:srgbClr val="567074"/>
                </a:solidFill>
                <a:latin typeface="Bitstream Charter"/>
                <a:ea typeface="Bitstream Charter"/>
                <a:cs typeface="Bitstream Charter"/>
              </a:defRPr>
            </a:lvl1pPr>
            <a:lvl2pPr algn="l">
              <a:defRPr sz="1950" b="0">
                <a:solidFill>
                  <a:srgbClr val="567074"/>
                </a:solidFill>
                <a:latin typeface="Bitstream Charter"/>
                <a:ea typeface="Bitstream Charter"/>
                <a:cs typeface="Bitstream Charter"/>
              </a:defRPr>
            </a:lvl2pPr>
            <a:lvl3pPr algn="l">
              <a:defRPr sz="1950" b="0">
                <a:solidFill>
                  <a:srgbClr val="567074"/>
                </a:solidFill>
                <a:latin typeface="Bitstream Charter"/>
                <a:ea typeface="Bitstream Charter"/>
                <a:cs typeface="Bitstream Charter"/>
              </a:defRPr>
            </a:lvl3pPr>
            <a:lvl4pPr algn="l">
              <a:defRPr sz="1950" b="0">
                <a:solidFill>
                  <a:srgbClr val="567074"/>
                </a:solidFill>
                <a:latin typeface="Bitstream Charter"/>
                <a:ea typeface="Bitstream Charter"/>
                <a:cs typeface="Bitstream Charter"/>
              </a:defRPr>
            </a:lvl4pPr>
            <a:lvl5pPr algn="l">
              <a:defRPr sz="1950" b="0">
                <a:solidFill>
                  <a:srgbClr val="567074"/>
                </a:solidFill>
                <a:latin typeface="Bitstream Charter"/>
                <a:ea typeface="Bitstream Charter"/>
                <a:cs typeface="Bitstream Charter"/>
              </a:defRPr>
            </a:lvl5pPr>
            <a:lvl6pPr algn="l">
              <a:defRPr sz="1950" b="0">
                <a:solidFill>
                  <a:srgbClr val="567074"/>
                </a:solidFill>
                <a:latin typeface="Bitstream Charter"/>
                <a:ea typeface="Bitstream Charter"/>
                <a:cs typeface="Bitstream Charter"/>
              </a:defRPr>
            </a:lvl6pPr>
            <a:lvl7pPr algn="l">
              <a:defRPr sz="1950" b="0">
                <a:solidFill>
                  <a:srgbClr val="567074"/>
                </a:solidFill>
                <a:latin typeface="Bitstream Charter"/>
                <a:ea typeface="Bitstream Charter"/>
                <a:cs typeface="Bitstream Charter"/>
              </a:defRPr>
            </a:lvl7pPr>
            <a:lvl8pPr algn="l">
              <a:defRPr sz="1950" b="0">
                <a:solidFill>
                  <a:srgbClr val="567074"/>
                </a:solidFill>
                <a:latin typeface="Bitstream Charter"/>
                <a:ea typeface="Bitstream Charter"/>
                <a:cs typeface="Bitstream Charter"/>
              </a:defRPr>
            </a:lvl8pPr>
            <a:lvl9pPr algn="l">
              <a:defRPr sz="1950" b="0">
                <a:solidFill>
                  <a:srgbClr val="567074"/>
                </a:solidFill>
                <a:latin typeface="Bitstream Charter"/>
                <a:ea typeface="Bitstream Charter"/>
                <a:cs typeface="Bitstream Charter"/>
              </a:defRPr>
            </a:lvl9pPr>
          </a:lstStyle>
          <a:p xmlns:a="http://schemas.openxmlformats.org/drawingml/2006/main">
            <a:pPr algn="l">
              <a:defRPr sz="1950" b="0">
                <a:solidFill>
                  <a:srgbClr val="567074"/>
                </a:solidFill>
                <a:latin typeface="Bitstream Charter"/>
                <a:ea typeface="Bitstream Charter"/>
                <a:cs typeface="Bitstream Charter"/>
              </a:defRPr>
            </a:pPr>
            <a:r>
              <a:rPr sz="1950" b="0">
                <a:solidFill>
                  <a:srgbClr val="567074"/>
                </a:solidFill>
                <a:latin typeface="Bitstream Charter"/>
                <a:ea typeface="Bitstream Charter"/>
                <a:cs typeface="Bitstream Charter"/>
              </a:rPr>
              <a:t>Mean absolute error</a:t>
            </a:r>
          </a:p>
        </p:txBody>
      </p:sp>
      <p:sp>
        <p:nvSpPr>
          <p:cNvPr id="7" name="">
            <a:extLst xmlns:a="http://schemas.openxmlformats.org/drawingml/2006/main">
              <a:ext uri="{FF2B5EF4-FFF2-40B4-BE49-F238E27FC236}">
                <a16:creationId xmlns:a16="http://schemas.microsoft.com/office/drawing/2014/main" id="{2E104128-E952-420C-9AE5-F56AC6A9DEF6}"/>
              </a:ext>
            </a:extLst>
          </p:cNvPr>
          <p:cNvSpPr>
            <a:spLocks xmlns:a="http://schemas.openxmlformats.org/drawingml/2006/main" noGrp="1"/>
          </p:cNvSpPr>
          <p:nvPr/>
        </p:nvSpPr>
        <p:spPr>
          <a:xfrm xmlns:a="http://schemas.openxmlformats.org/drawingml/2006/main">
            <a:off x="7858125" y="3667125"/>
            <a:ext cx="3571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42D31"/>
                </a:solidFill>
                <a:latin typeface="Bitstream Charter"/>
                <a:ea typeface="Bitstream Charter"/>
                <a:cs typeface="Bitstream Charter"/>
              </a:defRPr>
            </a:defPPr>
            <a:lvl1pPr algn="l">
              <a:defRPr sz="3450" b="1">
                <a:solidFill>
                  <a:srgbClr val="142D31"/>
                </a:solidFill>
                <a:latin typeface="Bitstream Charter"/>
                <a:ea typeface="Bitstream Charter"/>
                <a:cs typeface="Bitstream Charter"/>
              </a:defRPr>
            </a:lvl1pPr>
            <a:lvl2pPr algn="l">
              <a:defRPr sz="3450" b="1">
                <a:solidFill>
                  <a:srgbClr val="142D31"/>
                </a:solidFill>
                <a:latin typeface="Bitstream Charter"/>
                <a:ea typeface="Bitstream Charter"/>
                <a:cs typeface="Bitstream Charter"/>
              </a:defRPr>
            </a:lvl2pPr>
            <a:lvl3pPr algn="l">
              <a:defRPr sz="3450" b="1">
                <a:solidFill>
                  <a:srgbClr val="142D31"/>
                </a:solidFill>
                <a:latin typeface="Bitstream Charter"/>
                <a:ea typeface="Bitstream Charter"/>
                <a:cs typeface="Bitstream Charter"/>
              </a:defRPr>
            </a:lvl3pPr>
            <a:lvl4pPr algn="l">
              <a:defRPr sz="3450" b="1">
                <a:solidFill>
                  <a:srgbClr val="142D31"/>
                </a:solidFill>
                <a:latin typeface="Bitstream Charter"/>
                <a:ea typeface="Bitstream Charter"/>
                <a:cs typeface="Bitstream Charter"/>
              </a:defRPr>
            </a:lvl4pPr>
            <a:lvl5pPr algn="l">
              <a:defRPr sz="3450" b="1">
                <a:solidFill>
                  <a:srgbClr val="142D31"/>
                </a:solidFill>
                <a:latin typeface="Bitstream Charter"/>
                <a:ea typeface="Bitstream Charter"/>
                <a:cs typeface="Bitstream Charter"/>
              </a:defRPr>
            </a:lvl5pPr>
            <a:lvl6pPr algn="l">
              <a:defRPr sz="3450" b="1">
                <a:solidFill>
                  <a:srgbClr val="142D31"/>
                </a:solidFill>
                <a:latin typeface="Bitstream Charter"/>
                <a:ea typeface="Bitstream Charter"/>
                <a:cs typeface="Bitstream Charter"/>
              </a:defRPr>
            </a:lvl6pPr>
            <a:lvl7pPr algn="l">
              <a:defRPr sz="3450" b="1">
                <a:solidFill>
                  <a:srgbClr val="142D31"/>
                </a:solidFill>
                <a:latin typeface="Bitstream Charter"/>
                <a:ea typeface="Bitstream Charter"/>
                <a:cs typeface="Bitstream Charter"/>
              </a:defRPr>
            </a:lvl7pPr>
            <a:lvl8pPr algn="l">
              <a:defRPr sz="3450" b="1">
                <a:solidFill>
                  <a:srgbClr val="142D31"/>
                </a:solidFill>
                <a:latin typeface="Bitstream Charter"/>
                <a:ea typeface="Bitstream Charter"/>
                <a:cs typeface="Bitstream Charter"/>
              </a:defRPr>
            </a:lvl8pPr>
            <a:lvl9pPr algn="l">
              <a:defRPr sz="3450" b="1">
                <a:solidFill>
                  <a:srgbClr val="142D31"/>
                </a:solidFill>
                <a:latin typeface="Bitstream Charter"/>
                <a:ea typeface="Bitstream Charter"/>
                <a:cs typeface="Bitstream Charter"/>
              </a:defRPr>
            </a:lvl9pPr>
          </a:lstStyle>
          <a:p xmlns:a="http://schemas.openxmlformats.org/drawingml/2006/main">
            <a:pPr algn="l">
              <a:defRPr sz="3450" b="1">
                <a:solidFill>
                  <a:srgbClr val="142D31"/>
                </a:solidFill>
                <a:latin typeface="Bitstream Charter"/>
                <a:ea typeface="Bitstream Charter"/>
                <a:cs typeface="Bitstream Charter"/>
              </a:defRPr>
            </a:pPr>
            <a:r>
              <a:rPr sz="3450" b="1">
                <a:solidFill>
                  <a:srgbClr val="142D31"/>
                </a:solidFill>
                <a:latin typeface="Bitstream Charter"/>
                <a:ea typeface="Bitstream Charter"/>
                <a:cs typeface="Bitstream Charter"/>
              </a:rPr>
              <a:t>0.9649</a:t>
            </a:r>
          </a:p>
        </p:txBody>
      </p:sp>
      <p:sp>
        <p:nvSpPr>
          <p:cNvPr id="8" name="">
            <a:extLst xmlns:a="http://schemas.openxmlformats.org/drawingml/2006/main">
              <a:ext uri="{FF2B5EF4-FFF2-40B4-BE49-F238E27FC236}">
                <a16:creationId xmlns:a16="http://schemas.microsoft.com/office/drawing/2014/main" id="{3F10D385-7F0D-47E0-9C27-A81C8E676FF9}"/>
              </a:ext>
            </a:extLst>
          </p:cNvPr>
          <p:cNvSpPr>
            <a:spLocks xmlns:a="http://schemas.openxmlformats.org/drawingml/2006/main" noGrp="1"/>
          </p:cNvSpPr>
          <p:nvPr/>
        </p:nvSpPr>
        <p:spPr>
          <a:xfrm xmlns:a="http://schemas.openxmlformats.org/drawingml/2006/main">
            <a:off x="7886700" y="4381500"/>
            <a:ext cx="3571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567074"/>
                </a:solidFill>
                <a:latin typeface="Bitstream Charter"/>
                <a:ea typeface="Bitstream Charter"/>
                <a:cs typeface="Bitstream Charter"/>
              </a:defRPr>
            </a:defPPr>
            <a:lvl1pPr algn="l">
              <a:defRPr sz="1950" b="0">
                <a:solidFill>
                  <a:srgbClr val="567074"/>
                </a:solidFill>
                <a:latin typeface="Bitstream Charter"/>
                <a:ea typeface="Bitstream Charter"/>
                <a:cs typeface="Bitstream Charter"/>
              </a:defRPr>
            </a:lvl1pPr>
            <a:lvl2pPr algn="l">
              <a:defRPr sz="1950" b="0">
                <a:solidFill>
                  <a:srgbClr val="567074"/>
                </a:solidFill>
                <a:latin typeface="Bitstream Charter"/>
                <a:ea typeface="Bitstream Charter"/>
                <a:cs typeface="Bitstream Charter"/>
              </a:defRPr>
            </a:lvl2pPr>
            <a:lvl3pPr algn="l">
              <a:defRPr sz="1950" b="0">
                <a:solidFill>
                  <a:srgbClr val="567074"/>
                </a:solidFill>
                <a:latin typeface="Bitstream Charter"/>
                <a:ea typeface="Bitstream Charter"/>
                <a:cs typeface="Bitstream Charter"/>
              </a:defRPr>
            </a:lvl3pPr>
            <a:lvl4pPr algn="l">
              <a:defRPr sz="1950" b="0">
                <a:solidFill>
                  <a:srgbClr val="567074"/>
                </a:solidFill>
                <a:latin typeface="Bitstream Charter"/>
                <a:ea typeface="Bitstream Charter"/>
                <a:cs typeface="Bitstream Charter"/>
              </a:defRPr>
            </a:lvl4pPr>
            <a:lvl5pPr algn="l">
              <a:defRPr sz="1950" b="0">
                <a:solidFill>
                  <a:srgbClr val="567074"/>
                </a:solidFill>
                <a:latin typeface="Bitstream Charter"/>
                <a:ea typeface="Bitstream Charter"/>
                <a:cs typeface="Bitstream Charter"/>
              </a:defRPr>
            </a:lvl5pPr>
            <a:lvl6pPr algn="l">
              <a:defRPr sz="1950" b="0">
                <a:solidFill>
                  <a:srgbClr val="567074"/>
                </a:solidFill>
                <a:latin typeface="Bitstream Charter"/>
                <a:ea typeface="Bitstream Charter"/>
                <a:cs typeface="Bitstream Charter"/>
              </a:defRPr>
            </a:lvl6pPr>
            <a:lvl7pPr algn="l">
              <a:defRPr sz="1950" b="0">
                <a:solidFill>
                  <a:srgbClr val="567074"/>
                </a:solidFill>
                <a:latin typeface="Bitstream Charter"/>
                <a:ea typeface="Bitstream Charter"/>
                <a:cs typeface="Bitstream Charter"/>
              </a:defRPr>
            </a:lvl7pPr>
            <a:lvl8pPr algn="l">
              <a:defRPr sz="1950" b="0">
                <a:solidFill>
                  <a:srgbClr val="567074"/>
                </a:solidFill>
                <a:latin typeface="Bitstream Charter"/>
                <a:ea typeface="Bitstream Charter"/>
                <a:cs typeface="Bitstream Charter"/>
              </a:defRPr>
            </a:lvl8pPr>
            <a:lvl9pPr algn="l">
              <a:defRPr sz="1950" b="0">
                <a:solidFill>
                  <a:srgbClr val="567074"/>
                </a:solidFill>
                <a:latin typeface="Bitstream Charter"/>
                <a:ea typeface="Bitstream Charter"/>
                <a:cs typeface="Bitstream Charter"/>
              </a:defRPr>
            </a:lvl9pPr>
          </a:lstStyle>
          <a:p xmlns:a="http://schemas.openxmlformats.org/drawingml/2006/main">
            <a:pPr algn="l">
              <a:defRPr sz="1950" b="0">
                <a:solidFill>
                  <a:srgbClr val="567074"/>
                </a:solidFill>
                <a:latin typeface="Bitstream Charter"/>
                <a:ea typeface="Bitstream Charter"/>
                <a:cs typeface="Bitstream Charter"/>
              </a:defRPr>
            </a:pPr>
            <a:r>
              <a:rPr sz="1950" b="0">
                <a:solidFill>
                  <a:srgbClr val="567074"/>
                </a:solidFill>
                <a:latin typeface="Bitstream Charter"/>
                <a:ea typeface="Bitstream Charter"/>
                <a:cs typeface="Bitstream Charter"/>
              </a:rPr>
              <a:t>R² score</a:t>
            </a:r>
          </a:p>
        </p:txBody>
      </p:sp>
      <p:sp>
        <p:nvSpPr>
          <p:cNvPr id="9" name="">
            <a:extLst xmlns:a="http://schemas.openxmlformats.org/drawingml/2006/main">
              <a:ext uri="{FF2B5EF4-FFF2-40B4-BE49-F238E27FC236}">
                <a16:creationId xmlns:a16="http://schemas.microsoft.com/office/drawing/2014/main" id="{62297641-4330-4988-B9BA-E1E50C142C72}"/>
              </a:ext>
            </a:extLst>
          </p:cNvPr>
          <p:cNvSpPr>
            <a:spLocks xmlns:a="http://schemas.openxmlformats.org/drawingml/2006/main" noGrp="1"/>
          </p:cNvSpPr>
          <p:nvPr/>
        </p:nvSpPr>
        <p:spPr>
          <a:xfrm xmlns:a="http://schemas.openxmlformats.org/drawingml/2006/main">
            <a:off x="609600" y="5114925"/>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42D31"/>
                </a:solidFill>
                <a:latin typeface="Bitstream Charter"/>
                <a:ea typeface="Bitstream Charter"/>
                <a:cs typeface="Bitstream Charter"/>
              </a:defRPr>
            </a:defPPr>
            <a:lvl1pPr algn="l">
              <a:defRPr sz="2175" b="1">
                <a:solidFill>
                  <a:srgbClr val="142D31"/>
                </a:solidFill>
                <a:latin typeface="Bitstream Charter"/>
                <a:ea typeface="Bitstream Charter"/>
                <a:cs typeface="Bitstream Charter"/>
              </a:defRPr>
            </a:lvl1pPr>
            <a:lvl2pPr algn="l">
              <a:defRPr sz="2175" b="1">
                <a:solidFill>
                  <a:srgbClr val="142D31"/>
                </a:solidFill>
                <a:latin typeface="Bitstream Charter"/>
                <a:ea typeface="Bitstream Charter"/>
                <a:cs typeface="Bitstream Charter"/>
              </a:defRPr>
            </a:lvl2pPr>
            <a:lvl3pPr algn="l">
              <a:defRPr sz="2175" b="1">
                <a:solidFill>
                  <a:srgbClr val="142D31"/>
                </a:solidFill>
                <a:latin typeface="Bitstream Charter"/>
                <a:ea typeface="Bitstream Charter"/>
                <a:cs typeface="Bitstream Charter"/>
              </a:defRPr>
            </a:lvl3pPr>
            <a:lvl4pPr algn="l">
              <a:defRPr sz="2175" b="1">
                <a:solidFill>
                  <a:srgbClr val="142D31"/>
                </a:solidFill>
                <a:latin typeface="Bitstream Charter"/>
                <a:ea typeface="Bitstream Charter"/>
                <a:cs typeface="Bitstream Charter"/>
              </a:defRPr>
            </a:lvl4pPr>
            <a:lvl5pPr algn="l">
              <a:defRPr sz="2175" b="1">
                <a:solidFill>
                  <a:srgbClr val="142D31"/>
                </a:solidFill>
                <a:latin typeface="Bitstream Charter"/>
                <a:ea typeface="Bitstream Charter"/>
                <a:cs typeface="Bitstream Charter"/>
              </a:defRPr>
            </a:lvl5pPr>
            <a:lvl6pPr algn="l">
              <a:defRPr sz="2175" b="1">
                <a:solidFill>
                  <a:srgbClr val="142D31"/>
                </a:solidFill>
                <a:latin typeface="Bitstream Charter"/>
                <a:ea typeface="Bitstream Charter"/>
                <a:cs typeface="Bitstream Charter"/>
              </a:defRPr>
            </a:lvl6pPr>
            <a:lvl7pPr algn="l">
              <a:defRPr sz="2175" b="1">
                <a:solidFill>
                  <a:srgbClr val="142D31"/>
                </a:solidFill>
                <a:latin typeface="Bitstream Charter"/>
                <a:ea typeface="Bitstream Charter"/>
                <a:cs typeface="Bitstream Charter"/>
              </a:defRPr>
            </a:lvl7pPr>
            <a:lvl8pPr algn="l">
              <a:defRPr sz="2175" b="1">
                <a:solidFill>
                  <a:srgbClr val="142D31"/>
                </a:solidFill>
                <a:latin typeface="Bitstream Charter"/>
                <a:ea typeface="Bitstream Charter"/>
                <a:cs typeface="Bitstream Charter"/>
              </a:defRPr>
            </a:lvl8pPr>
            <a:lvl9pPr algn="l">
              <a:defRPr sz="2175" b="1">
                <a:solidFill>
                  <a:srgbClr val="142D31"/>
                </a:solidFill>
                <a:latin typeface="Bitstream Charter"/>
                <a:ea typeface="Bitstream Charter"/>
                <a:cs typeface="Bitstream Charter"/>
              </a:defRPr>
            </a:lvl9pPr>
          </a:lstStyle>
          <a:p xmlns:a="http://schemas.openxmlformats.org/drawingml/2006/main">
            <a:pPr algn="l">
              <a:defRPr sz="2175" b="1">
                <a:solidFill>
                  <a:srgbClr val="142D31"/>
                </a:solidFill>
                <a:latin typeface="Bitstream Charter"/>
                <a:ea typeface="Bitstream Charter"/>
                <a:cs typeface="Bitstream Charter"/>
              </a:defRPr>
            </a:pPr>
            <a:r>
              <a:rPr sz="2175" b="1">
                <a:solidFill>
                  <a:srgbClr val="142D31"/>
                </a:solidFill>
                <a:latin typeface="Bitstream Charter"/>
                <a:ea typeface="Bitstream Charter"/>
                <a:cs typeface="Bitstream Charter"/>
              </a:rPr>
              <a:t>11 shared inputs</a:t>
            </a:r>
          </a:p>
        </p:txBody>
      </p:sp>
      <p:sp>
        <p:nvSpPr>
          <p:cNvPr id="10" name="">
            <a:extLst xmlns:a="http://schemas.openxmlformats.org/drawingml/2006/main">
              <a:ext uri="{FF2B5EF4-FFF2-40B4-BE49-F238E27FC236}">
                <a16:creationId xmlns:a16="http://schemas.microsoft.com/office/drawing/2014/main" id="{90607A7B-C9C1-438B-8075-BCE4D050327E}"/>
              </a:ext>
            </a:extLst>
          </p:cNvPr>
          <p:cNvSpPr>
            <a:spLocks xmlns:a="http://schemas.openxmlformats.org/drawingml/2006/main" noGrp="1"/>
          </p:cNvSpPr>
          <p:nvPr/>
        </p:nvSpPr>
        <p:spPr>
          <a:xfrm xmlns:a="http://schemas.openxmlformats.org/drawingml/2006/main">
            <a:off x="609600" y="5553075"/>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567074"/>
                </a:solidFill>
                <a:latin typeface="Bitstream Charter"/>
                <a:ea typeface="Bitstream Charter"/>
                <a:cs typeface="Bitstream Charter"/>
              </a:defRPr>
            </a:defPPr>
            <a:lvl1pPr algn="l">
              <a:defRPr sz="1950" b="0">
                <a:solidFill>
                  <a:srgbClr val="567074"/>
                </a:solidFill>
                <a:latin typeface="Bitstream Charter"/>
                <a:ea typeface="Bitstream Charter"/>
                <a:cs typeface="Bitstream Charter"/>
              </a:defRPr>
            </a:lvl1pPr>
            <a:lvl2pPr algn="l">
              <a:defRPr sz="1950" b="0">
                <a:solidFill>
                  <a:srgbClr val="567074"/>
                </a:solidFill>
                <a:latin typeface="Bitstream Charter"/>
                <a:ea typeface="Bitstream Charter"/>
                <a:cs typeface="Bitstream Charter"/>
              </a:defRPr>
            </a:lvl2pPr>
            <a:lvl3pPr algn="l">
              <a:defRPr sz="1950" b="0">
                <a:solidFill>
                  <a:srgbClr val="567074"/>
                </a:solidFill>
                <a:latin typeface="Bitstream Charter"/>
                <a:ea typeface="Bitstream Charter"/>
                <a:cs typeface="Bitstream Charter"/>
              </a:defRPr>
            </a:lvl3pPr>
            <a:lvl4pPr algn="l">
              <a:defRPr sz="1950" b="0">
                <a:solidFill>
                  <a:srgbClr val="567074"/>
                </a:solidFill>
                <a:latin typeface="Bitstream Charter"/>
                <a:ea typeface="Bitstream Charter"/>
                <a:cs typeface="Bitstream Charter"/>
              </a:defRPr>
            </a:lvl4pPr>
            <a:lvl5pPr algn="l">
              <a:defRPr sz="1950" b="0">
                <a:solidFill>
                  <a:srgbClr val="567074"/>
                </a:solidFill>
                <a:latin typeface="Bitstream Charter"/>
                <a:ea typeface="Bitstream Charter"/>
                <a:cs typeface="Bitstream Charter"/>
              </a:defRPr>
            </a:lvl5pPr>
            <a:lvl6pPr algn="l">
              <a:defRPr sz="1950" b="0">
                <a:solidFill>
                  <a:srgbClr val="567074"/>
                </a:solidFill>
                <a:latin typeface="Bitstream Charter"/>
                <a:ea typeface="Bitstream Charter"/>
                <a:cs typeface="Bitstream Charter"/>
              </a:defRPr>
            </a:lvl6pPr>
            <a:lvl7pPr algn="l">
              <a:defRPr sz="1950" b="0">
                <a:solidFill>
                  <a:srgbClr val="567074"/>
                </a:solidFill>
                <a:latin typeface="Bitstream Charter"/>
                <a:ea typeface="Bitstream Charter"/>
                <a:cs typeface="Bitstream Charter"/>
              </a:defRPr>
            </a:lvl7pPr>
            <a:lvl8pPr algn="l">
              <a:defRPr sz="1950" b="0">
                <a:solidFill>
                  <a:srgbClr val="567074"/>
                </a:solidFill>
                <a:latin typeface="Bitstream Charter"/>
                <a:ea typeface="Bitstream Charter"/>
                <a:cs typeface="Bitstream Charter"/>
              </a:defRPr>
            </a:lvl8pPr>
            <a:lvl9pPr algn="l">
              <a:defRPr sz="1950" b="0">
                <a:solidFill>
                  <a:srgbClr val="567074"/>
                </a:solidFill>
                <a:latin typeface="Bitstream Charter"/>
                <a:ea typeface="Bitstream Charter"/>
                <a:cs typeface="Bitstream Charter"/>
              </a:defRPr>
            </a:lvl9pPr>
          </a:lstStyle>
          <a:p xmlns:a="http://schemas.openxmlformats.org/drawingml/2006/main">
            <a:pPr algn="l">
              <a:defRPr sz="1950" b="0">
                <a:solidFill>
                  <a:srgbClr val="567074"/>
                </a:solidFill>
                <a:latin typeface="Bitstream Charter"/>
                <a:ea typeface="Bitstream Charter"/>
                <a:cs typeface="Bitstream Charter"/>
              </a:defRPr>
            </a:pPr>
            <a:r>
              <a:rPr sz="1950" b="0">
                <a:solidFill>
                  <a:srgbClr val="567074"/>
                </a:solidFill>
                <a:latin typeface="Bitstream Charter"/>
                <a:ea typeface="Bitstream Charter"/>
                <a:cs typeface="Bitstream Charter"/>
              </a:rPr>
              <a:t>Weather and calendar features match training and inference.</a:t>
            </a:r>
          </a:p>
        </p:txBody>
      </p:sp>
      <p:sp>
        <p:nvSpPr>
          <p:cNvPr id="11" name="">
            <a:extLst xmlns:a="http://schemas.openxmlformats.org/drawingml/2006/main">
              <a:ext uri="{FF2B5EF4-FFF2-40B4-BE49-F238E27FC236}">
                <a16:creationId xmlns:a16="http://schemas.microsoft.com/office/drawing/2014/main" id="{F72D6A34-B030-4B6E-9C13-9F2411CBE08B}"/>
              </a:ext>
            </a:extLst>
          </p:cNvPr>
          <p:cNvSpPr>
            <a:spLocks xmlns:a="http://schemas.openxmlformats.org/drawingml/2006/main" noGrp="1"/>
          </p:cNvSpPr>
          <p:nvPr/>
        </p:nvSpPr>
        <p:spPr>
          <a:xfrm xmlns:a="http://schemas.openxmlformats.org/drawingml/2006/main">
            <a:off x="609600" y="6210300"/>
            <a:ext cx="1019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67074"/>
                </a:solidFill>
                <a:latin typeface="Bitstream Charter"/>
                <a:ea typeface="Bitstream Charter"/>
                <a:cs typeface="Bitstream Charter"/>
              </a:defRPr>
            </a:defPPr>
            <a:lvl1pPr algn="l">
              <a:defRPr sz="1275" b="0">
                <a:solidFill>
                  <a:srgbClr val="567074"/>
                </a:solidFill>
                <a:latin typeface="Bitstream Charter"/>
                <a:ea typeface="Bitstream Charter"/>
                <a:cs typeface="Bitstream Charter"/>
              </a:defRPr>
            </a:lvl1pPr>
            <a:lvl2pPr algn="l">
              <a:defRPr sz="1275" b="0">
                <a:solidFill>
                  <a:srgbClr val="567074"/>
                </a:solidFill>
                <a:latin typeface="Bitstream Charter"/>
                <a:ea typeface="Bitstream Charter"/>
                <a:cs typeface="Bitstream Charter"/>
              </a:defRPr>
            </a:lvl2pPr>
            <a:lvl3pPr algn="l">
              <a:defRPr sz="1275" b="0">
                <a:solidFill>
                  <a:srgbClr val="567074"/>
                </a:solidFill>
                <a:latin typeface="Bitstream Charter"/>
                <a:ea typeface="Bitstream Charter"/>
                <a:cs typeface="Bitstream Charter"/>
              </a:defRPr>
            </a:lvl3pPr>
            <a:lvl4pPr algn="l">
              <a:defRPr sz="1275" b="0">
                <a:solidFill>
                  <a:srgbClr val="567074"/>
                </a:solidFill>
                <a:latin typeface="Bitstream Charter"/>
                <a:ea typeface="Bitstream Charter"/>
                <a:cs typeface="Bitstream Charter"/>
              </a:defRPr>
            </a:lvl4pPr>
            <a:lvl5pPr algn="l">
              <a:defRPr sz="1275" b="0">
                <a:solidFill>
                  <a:srgbClr val="567074"/>
                </a:solidFill>
                <a:latin typeface="Bitstream Charter"/>
                <a:ea typeface="Bitstream Charter"/>
                <a:cs typeface="Bitstream Charter"/>
              </a:defRPr>
            </a:lvl5pPr>
            <a:lvl6pPr algn="l">
              <a:defRPr sz="1275" b="0">
                <a:solidFill>
                  <a:srgbClr val="567074"/>
                </a:solidFill>
                <a:latin typeface="Bitstream Charter"/>
                <a:ea typeface="Bitstream Charter"/>
                <a:cs typeface="Bitstream Charter"/>
              </a:defRPr>
            </a:lvl6pPr>
            <a:lvl7pPr algn="l">
              <a:defRPr sz="1275" b="0">
                <a:solidFill>
                  <a:srgbClr val="567074"/>
                </a:solidFill>
                <a:latin typeface="Bitstream Charter"/>
                <a:ea typeface="Bitstream Charter"/>
                <a:cs typeface="Bitstream Charter"/>
              </a:defRPr>
            </a:lvl7pPr>
            <a:lvl8pPr algn="l">
              <a:defRPr sz="1275" b="0">
                <a:solidFill>
                  <a:srgbClr val="567074"/>
                </a:solidFill>
                <a:latin typeface="Bitstream Charter"/>
                <a:ea typeface="Bitstream Charter"/>
                <a:cs typeface="Bitstream Charter"/>
              </a:defRPr>
            </a:lvl8pPr>
            <a:lvl9pPr algn="l">
              <a:defRPr sz="1275" b="0">
                <a:solidFill>
                  <a:srgbClr val="567074"/>
                </a:solidFill>
                <a:latin typeface="Bitstream Charter"/>
                <a:ea typeface="Bitstream Charter"/>
                <a:cs typeface="Bitstream Charter"/>
              </a:defRPr>
            </a:lvl9pPr>
          </a:lstStyle>
          <a:p xmlns:a="http://schemas.openxmlformats.org/drawingml/2006/main">
            <a:pPr algn="l">
              <a:defRPr sz="1275" b="0">
                <a:solidFill>
                  <a:srgbClr val="567074"/>
                </a:solidFill>
                <a:latin typeface="Bitstream Charter"/>
                <a:ea typeface="Bitstream Charter"/>
                <a:cs typeface="Bitstream Charter"/>
              </a:defRPr>
            </a:pPr>
            <a:r>
              <a:rPr sz="1275" b="0">
                <a:solidFill>
                  <a:srgbClr val="567074"/>
                </a:solidFill>
                <a:latin typeface="Bitstream Charter"/>
                <a:ea typeface="Bitstream Charter"/>
                <a:cs typeface="Bitstream Charter"/>
              </a:rPr>
              <a:t>QuickML console evaluation, model V1. Hidden-test RMSE is unknown.</a:t>
            </a:r>
          </a:p>
        </p:txBody>
      </p:sp>
    </p:spTree>
    <p:extLst>
      <p:ext uri="{BB962C8B-B14F-4D97-AF65-F5344CB8AC3E}">
        <p14:creationId xmlns:p14="http://schemas.microsoft.com/office/powerpoint/2010/main" val="1167528728"/>
      </p:ext>
    </p:extLst>
  </p:cSld>
</p:sld>
</file>

<file path=ppt/slides/slide6.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214A0D-E5DE-4E72-A23A-AAF631846C0A}"/>
              </a:ext>
            </a:extLst>
          </p:cNvPr>
          <p:cNvSpPr>
            <a:spLocks xmlns:a="http://schemas.openxmlformats.org/drawingml/2006/main" noGrp="1"/>
          </p:cNvSpPr>
          <p:nvPr/>
        </p:nvSpPr>
        <p:spPr>
          <a:xfrm xmlns:a="http://schemas.openxmlformats.org/drawingml/2006/main">
            <a:off x="609600" y="457200"/>
            <a:ext cx="10953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42D31"/>
                </a:solidFill>
                <a:latin typeface="Bitstream Charter"/>
                <a:ea typeface="Bitstream Charter"/>
                <a:cs typeface="Bitstream Charter"/>
              </a:defRPr>
            </a:defPPr>
            <a:lvl1pPr algn="l">
              <a:defRPr sz="3450" b="1">
                <a:solidFill>
                  <a:srgbClr val="142D31"/>
                </a:solidFill>
                <a:latin typeface="Bitstream Charter"/>
                <a:ea typeface="Bitstream Charter"/>
                <a:cs typeface="Bitstream Charter"/>
              </a:defRPr>
            </a:lvl1pPr>
            <a:lvl2pPr algn="l">
              <a:defRPr sz="3450" b="1">
                <a:solidFill>
                  <a:srgbClr val="142D31"/>
                </a:solidFill>
                <a:latin typeface="Bitstream Charter"/>
                <a:ea typeface="Bitstream Charter"/>
                <a:cs typeface="Bitstream Charter"/>
              </a:defRPr>
            </a:lvl2pPr>
            <a:lvl3pPr algn="l">
              <a:defRPr sz="3450" b="1">
                <a:solidFill>
                  <a:srgbClr val="142D31"/>
                </a:solidFill>
                <a:latin typeface="Bitstream Charter"/>
                <a:ea typeface="Bitstream Charter"/>
                <a:cs typeface="Bitstream Charter"/>
              </a:defRPr>
            </a:lvl3pPr>
            <a:lvl4pPr algn="l">
              <a:defRPr sz="3450" b="1">
                <a:solidFill>
                  <a:srgbClr val="142D31"/>
                </a:solidFill>
                <a:latin typeface="Bitstream Charter"/>
                <a:ea typeface="Bitstream Charter"/>
                <a:cs typeface="Bitstream Charter"/>
              </a:defRPr>
            </a:lvl4pPr>
            <a:lvl5pPr algn="l">
              <a:defRPr sz="3450" b="1">
                <a:solidFill>
                  <a:srgbClr val="142D31"/>
                </a:solidFill>
                <a:latin typeface="Bitstream Charter"/>
                <a:ea typeface="Bitstream Charter"/>
                <a:cs typeface="Bitstream Charter"/>
              </a:defRPr>
            </a:lvl5pPr>
            <a:lvl6pPr algn="l">
              <a:defRPr sz="3450" b="1">
                <a:solidFill>
                  <a:srgbClr val="142D31"/>
                </a:solidFill>
                <a:latin typeface="Bitstream Charter"/>
                <a:ea typeface="Bitstream Charter"/>
                <a:cs typeface="Bitstream Charter"/>
              </a:defRPr>
            </a:lvl6pPr>
            <a:lvl7pPr algn="l">
              <a:defRPr sz="3450" b="1">
                <a:solidFill>
                  <a:srgbClr val="142D31"/>
                </a:solidFill>
                <a:latin typeface="Bitstream Charter"/>
                <a:ea typeface="Bitstream Charter"/>
                <a:cs typeface="Bitstream Charter"/>
              </a:defRPr>
            </a:lvl7pPr>
            <a:lvl8pPr algn="l">
              <a:defRPr sz="3450" b="1">
                <a:solidFill>
                  <a:srgbClr val="142D31"/>
                </a:solidFill>
                <a:latin typeface="Bitstream Charter"/>
                <a:ea typeface="Bitstream Charter"/>
                <a:cs typeface="Bitstream Charter"/>
              </a:defRPr>
            </a:lvl8pPr>
            <a:lvl9pPr algn="l">
              <a:defRPr sz="3450" b="1">
                <a:solidFill>
                  <a:srgbClr val="142D31"/>
                </a:solidFill>
                <a:latin typeface="Bitstream Charter"/>
                <a:ea typeface="Bitstream Charter"/>
                <a:cs typeface="Bitstream Charter"/>
              </a:defRPr>
            </a:lvl9pPr>
          </a:lstStyle>
          <a:p xmlns:a="http://schemas.openxmlformats.org/drawingml/2006/main">
            <a:pPr algn="l">
              <a:defRPr sz="3450" b="1">
                <a:solidFill>
                  <a:srgbClr val="142D31"/>
                </a:solidFill>
                <a:latin typeface="Bitstream Charter"/>
                <a:ea typeface="Bitstream Charter"/>
                <a:cs typeface="Bitstream Charter"/>
              </a:defRPr>
            </a:pPr>
            <a:r>
              <a:rPr sz="3450" b="1">
                <a:solidFill>
                  <a:srgbClr val="142D31"/>
                </a:solidFill>
                <a:latin typeface="Bitstream Charter"/>
                <a:ea typeface="Bitstream Charter"/>
                <a:cs typeface="Bitstream Charter"/>
              </a:rPr>
              <a:t>A real forecast from the deployed app</a:t>
            </a:r>
          </a:p>
        </p:txBody>
      </p:sp>
      <p:sp>
        <p:nvSpPr>
          <p:cNvPr id="2" name="">
            <a:extLst xmlns:a="http://schemas.openxmlformats.org/drawingml/2006/main">
              <a:ext uri="{FF2B5EF4-FFF2-40B4-BE49-F238E27FC236}">
                <a16:creationId xmlns:a16="http://schemas.microsoft.com/office/drawing/2014/main" id="{4F7D10FB-1159-4A23-9E82-83DBA63815B9}"/>
              </a:ext>
            </a:extLst>
          </p:cNvPr>
          <p:cNvSpPr>
            <a:spLocks xmlns:a="http://schemas.openxmlformats.org/drawingml/2006/main" noGrp="1"/>
          </p:cNvSpPr>
          <p:nvPr/>
        </p:nvSpPr>
        <p:spPr>
          <a:xfrm xmlns:a="http://schemas.openxmlformats.org/drawingml/2006/main">
            <a:off x="11096625" y="63817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7074"/>
                </a:solidFill>
                <a:latin typeface="Bitstream Charter"/>
                <a:ea typeface="Bitstream Charter"/>
                <a:cs typeface="Bitstream Charter"/>
              </a:defRPr>
            </a:defPPr>
            <a:lvl1pPr algn="r">
              <a:defRPr sz="1275" b="0">
                <a:solidFill>
                  <a:srgbClr val="567074"/>
                </a:solidFill>
                <a:latin typeface="Bitstream Charter"/>
                <a:ea typeface="Bitstream Charter"/>
                <a:cs typeface="Bitstream Charter"/>
              </a:defRPr>
            </a:lvl1pPr>
            <a:lvl2pPr algn="r">
              <a:defRPr sz="1275" b="0">
                <a:solidFill>
                  <a:srgbClr val="567074"/>
                </a:solidFill>
                <a:latin typeface="Bitstream Charter"/>
                <a:ea typeface="Bitstream Charter"/>
                <a:cs typeface="Bitstream Charter"/>
              </a:defRPr>
            </a:lvl2pPr>
            <a:lvl3pPr algn="r">
              <a:defRPr sz="1275" b="0">
                <a:solidFill>
                  <a:srgbClr val="567074"/>
                </a:solidFill>
                <a:latin typeface="Bitstream Charter"/>
                <a:ea typeface="Bitstream Charter"/>
                <a:cs typeface="Bitstream Charter"/>
              </a:defRPr>
            </a:lvl3pPr>
            <a:lvl4pPr algn="r">
              <a:defRPr sz="1275" b="0">
                <a:solidFill>
                  <a:srgbClr val="567074"/>
                </a:solidFill>
                <a:latin typeface="Bitstream Charter"/>
                <a:ea typeface="Bitstream Charter"/>
                <a:cs typeface="Bitstream Charter"/>
              </a:defRPr>
            </a:lvl4pPr>
            <a:lvl5pPr algn="r">
              <a:defRPr sz="1275" b="0">
                <a:solidFill>
                  <a:srgbClr val="567074"/>
                </a:solidFill>
                <a:latin typeface="Bitstream Charter"/>
                <a:ea typeface="Bitstream Charter"/>
                <a:cs typeface="Bitstream Charter"/>
              </a:defRPr>
            </a:lvl5pPr>
            <a:lvl6pPr algn="r">
              <a:defRPr sz="1275" b="0">
                <a:solidFill>
                  <a:srgbClr val="567074"/>
                </a:solidFill>
                <a:latin typeface="Bitstream Charter"/>
                <a:ea typeface="Bitstream Charter"/>
                <a:cs typeface="Bitstream Charter"/>
              </a:defRPr>
            </a:lvl6pPr>
            <a:lvl7pPr algn="r">
              <a:defRPr sz="1275" b="0">
                <a:solidFill>
                  <a:srgbClr val="567074"/>
                </a:solidFill>
                <a:latin typeface="Bitstream Charter"/>
                <a:ea typeface="Bitstream Charter"/>
                <a:cs typeface="Bitstream Charter"/>
              </a:defRPr>
            </a:lvl7pPr>
            <a:lvl8pPr algn="r">
              <a:defRPr sz="1275" b="0">
                <a:solidFill>
                  <a:srgbClr val="567074"/>
                </a:solidFill>
                <a:latin typeface="Bitstream Charter"/>
                <a:ea typeface="Bitstream Charter"/>
                <a:cs typeface="Bitstream Charter"/>
              </a:defRPr>
            </a:lvl8pPr>
            <a:lvl9pPr algn="r">
              <a:defRPr sz="1275" b="0">
                <a:solidFill>
                  <a:srgbClr val="567074"/>
                </a:solidFill>
                <a:latin typeface="Bitstream Charter"/>
                <a:ea typeface="Bitstream Charter"/>
                <a:cs typeface="Bitstream Charter"/>
              </a:defRPr>
            </a:lvl9pPr>
          </a:lstStyle>
          <a:p xmlns:a="http://schemas.openxmlformats.org/drawingml/2006/main">
            <a:pPr algn="r">
              <a:defRPr sz="1275" b="0">
                <a:solidFill>
                  <a:srgbClr val="567074"/>
                </a:solidFill>
                <a:latin typeface="Bitstream Charter"/>
                <a:ea typeface="Bitstream Charter"/>
                <a:cs typeface="Bitstream Charter"/>
              </a:defRPr>
            </a:pPr>
            <a:r>
              <a:rPr sz="1275" b="0">
                <a:solidFill>
                  <a:srgbClr val="567074"/>
                </a:solidFill>
                <a:latin typeface="Bitstream Charter"/>
                <a:ea typeface="Bitstream Charter"/>
                <a:cs typeface="Bitstream Charter"/>
              </a:rPr>
              <a:t>06</a:t>
            </a:r>
          </a:p>
        </p:txBody>
      </p:sp>
      <p:graphicFrame>
        <p:nvGraphicFramePr>
          <p:cNvPr id="3" name="Chart">
            <a:extLst xmlns:a="http://schemas.openxmlformats.org/drawingml/2006/main">
              <a:ext uri="{FF2B5EF4-FFF2-40B4-BE49-F238E27FC236}">
                <a16:creationId xmlns:a16="http://schemas.microsoft.com/office/drawing/2014/main" id="{CF658024-5215-4299-B20C-E7E62CFF617C}"/>
              </a:ext>
            </a:extLst>
          </p:cNvPr>
          <p:cNvGraphicFramePr/>
          <p:nvPr/>
        </p:nvGraphicFramePr>
        <p:xfrm>
          <a:off xmlns:a="http://schemas.openxmlformats.org/drawingml/2006/main" x="609600" y="1857375"/>
          <a:ext xmlns:a="http://schemas.openxmlformats.org/drawingml/2006/main" cx="8572500" cy="3905250"/>
        </p:xfrm>
        <a:graphic xmlns:a="http://schemas.openxmlformats.org/drawingml/2006/main">
          <a:graphicData uri="http://schemas.openxmlformats.org/drawingml/2006/chart">
            <c:chart xmlns:r="http://schemas.openxmlformats.org/officeDocument/2006/relationships" xmlns:c="http://schemas.openxmlformats.org/drawingml/2006/chart" r:id="R0457710055434cba"/>
          </a:graphicData>
        </a:graphic>
      </p:graphicFrame>
      <p:sp>
        <p:nvSpPr>
          <p:cNvPr id="4" name="">
            <a:extLst xmlns:a="http://schemas.openxmlformats.org/drawingml/2006/main">
              <a:ext uri="{FF2B5EF4-FFF2-40B4-BE49-F238E27FC236}">
                <a16:creationId xmlns:a16="http://schemas.microsoft.com/office/drawing/2014/main" id="{1E281CF7-5C82-4184-A991-3836B3B15F13}"/>
              </a:ext>
            </a:extLst>
          </p:cNvPr>
          <p:cNvSpPr>
            <a:spLocks xmlns:a="http://schemas.openxmlformats.org/drawingml/2006/main" noGrp="1"/>
          </p:cNvSpPr>
          <p:nvPr/>
        </p:nvSpPr>
        <p:spPr>
          <a:xfrm xmlns:a="http://schemas.openxmlformats.org/drawingml/2006/main">
            <a:off x="9525000" y="2143125"/>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142D31"/>
                </a:solidFill>
                <a:latin typeface="Bitstream Charter"/>
                <a:ea typeface="Bitstream Charter"/>
                <a:cs typeface="Bitstream Charter"/>
              </a:defRPr>
            </a:defPPr>
            <a:lvl1pPr algn="l">
              <a:defRPr sz="3000" b="1">
                <a:solidFill>
                  <a:srgbClr val="142D31"/>
                </a:solidFill>
                <a:latin typeface="Bitstream Charter"/>
                <a:ea typeface="Bitstream Charter"/>
                <a:cs typeface="Bitstream Charter"/>
              </a:defRPr>
            </a:lvl1pPr>
            <a:lvl2pPr algn="l">
              <a:defRPr sz="3000" b="1">
                <a:solidFill>
                  <a:srgbClr val="142D31"/>
                </a:solidFill>
                <a:latin typeface="Bitstream Charter"/>
                <a:ea typeface="Bitstream Charter"/>
                <a:cs typeface="Bitstream Charter"/>
              </a:defRPr>
            </a:lvl2pPr>
            <a:lvl3pPr algn="l">
              <a:defRPr sz="3000" b="1">
                <a:solidFill>
                  <a:srgbClr val="142D31"/>
                </a:solidFill>
                <a:latin typeface="Bitstream Charter"/>
                <a:ea typeface="Bitstream Charter"/>
                <a:cs typeface="Bitstream Charter"/>
              </a:defRPr>
            </a:lvl3pPr>
            <a:lvl4pPr algn="l">
              <a:defRPr sz="3000" b="1">
                <a:solidFill>
                  <a:srgbClr val="142D31"/>
                </a:solidFill>
                <a:latin typeface="Bitstream Charter"/>
                <a:ea typeface="Bitstream Charter"/>
                <a:cs typeface="Bitstream Charter"/>
              </a:defRPr>
            </a:lvl4pPr>
            <a:lvl5pPr algn="l">
              <a:defRPr sz="3000" b="1">
                <a:solidFill>
                  <a:srgbClr val="142D31"/>
                </a:solidFill>
                <a:latin typeface="Bitstream Charter"/>
                <a:ea typeface="Bitstream Charter"/>
                <a:cs typeface="Bitstream Charter"/>
              </a:defRPr>
            </a:lvl5pPr>
            <a:lvl6pPr algn="l">
              <a:defRPr sz="3000" b="1">
                <a:solidFill>
                  <a:srgbClr val="142D31"/>
                </a:solidFill>
                <a:latin typeface="Bitstream Charter"/>
                <a:ea typeface="Bitstream Charter"/>
                <a:cs typeface="Bitstream Charter"/>
              </a:defRPr>
            </a:lvl6pPr>
            <a:lvl7pPr algn="l">
              <a:defRPr sz="3000" b="1">
                <a:solidFill>
                  <a:srgbClr val="142D31"/>
                </a:solidFill>
                <a:latin typeface="Bitstream Charter"/>
                <a:ea typeface="Bitstream Charter"/>
                <a:cs typeface="Bitstream Charter"/>
              </a:defRPr>
            </a:lvl7pPr>
            <a:lvl8pPr algn="l">
              <a:defRPr sz="3000" b="1">
                <a:solidFill>
                  <a:srgbClr val="142D31"/>
                </a:solidFill>
                <a:latin typeface="Bitstream Charter"/>
                <a:ea typeface="Bitstream Charter"/>
                <a:cs typeface="Bitstream Charter"/>
              </a:defRPr>
            </a:lvl8pPr>
            <a:lvl9pPr algn="l">
              <a:defRPr sz="3000" b="1">
                <a:solidFill>
                  <a:srgbClr val="142D31"/>
                </a:solidFill>
                <a:latin typeface="Bitstream Charter"/>
                <a:ea typeface="Bitstream Charter"/>
                <a:cs typeface="Bitstream Charter"/>
              </a:defRPr>
            </a:lvl9pPr>
          </a:lstStyle>
          <a:p xmlns:a="http://schemas.openxmlformats.org/drawingml/2006/main">
            <a:pPr algn="l">
              <a:defRPr sz="3000" b="1">
                <a:solidFill>
                  <a:srgbClr val="142D31"/>
                </a:solidFill>
                <a:latin typeface="Bitstream Charter"/>
                <a:ea typeface="Bitstream Charter"/>
                <a:cs typeface="Bitstream Charter"/>
              </a:defRPr>
            </a:pPr>
            <a:r>
              <a:rPr sz="3000" b="1">
                <a:solidFill>
                  <a:srgbClr val="142D31"/>
                </a:solidFill>
                <a:latin typeface="Bitstream Charter"/>
                <a:ea typeface="Bitstream Charter"/>
                <a:cs typeface="Bitstream Charter"/>
              </a:rPr>
              <a:t>255.6 kW</a:t>
            </a:r>
          </a:p>
        </p:txBody>
      </p:sp>
      <p:sp>
        <p:nvSpPr>
          <p:cNvPr id="5" name="">
            <a:extLst xmlns:a="http://schemas.openxmlformats.org/drawingml/2006/main">
              <a:ext uri="{FF2B5EF4-FFF2-40B4-BE49-F238E27FC236}">
                <a16:creationId xmlns:a16="http://schemas.microsoft.com/office/drawing/2014/main" id="{80B7215B-997E-4634-94C2-9B725B6B7FF1}"/>
              </a:ext>
            </a:extLst>
          </p:cNvPr>
          <p:cNvSpPr>
            <a:spLocks xmlns:a="http://schemas.openxmlformats.org/drawingml/2006/main" noGrp="1"/>
          </p:cNvSpPr>
          <p:nvPr/>
        </p:nvSpPr>
        <p:spPr>
          <a:xfrm xmlns:a="http://schemas.openxmlformats.org/drawingml/2006/main">
            <a:off x="9525000" y="2790825"/>
            <a:ext cx="2238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67074"/>
                </a:solidFill>
                <a:latin typeface="Bitstream Charter"/>
                <a:ea typeface="Bitstream Charter"/>
                <a:cs typeface="Bitstream Charter"/>
              </a:defRPr>
            </a:defPPr>
            <a:lvl1pPr algn="l">
              <a:defRPr sz="1800" b="0">
                <a:solidFill>
                  <a:srgbClr val="567074"/>
                </a:solidFill>
                <a:latin typeface="Bitstream Charter"/>
                <a:ea typeface="Bitstream Charter"/>
                <a:cs typeface="Bitstream Charter"/>
              </a:defRPr>
            </a:lvl1pPr>
            <a:lvl2pPr algn="l">
              <a:defRPr sz="1800" b="0">
                <a:solidFill>
                  <a:srgbClr val="567074"/>
                </a:solidFill>
                <a:latin typeface="Bitstream Charter"/>
                <a:ea typeface="Bitstream Charter"/>
                <a:cs typeface="Bitstream Charter"/>
              </a:defRPr>
            </a:lvl2pPr>
            <a:lvl3pPr algn="l">
              <a:defRPr sz="1800" b="0">
                <a:solidFill>
                  <a:srgbClr val="567074"/>
                </a:solidFill>
                <a:latin typeface="Bitstream Charter"/>
                <a:ea typeface="Bitstream Charter"/>
                <a:cs typeface="Bitstream Charter"/>
              </a:defRPr>
            </a:lvl3pPr>
            <a:lvl4pPr algn="l">
              <a:defRPr sz="1800" b="0">
                <a:solidFill>
                  <a:srgbClr val="567074"/>
                </a:solidFill>
                <a:latin typeface="Bitstream Charter"/>
                <a:ea typeface="Bitstream Charter"/>
                <a:cs typeface="Bitstream Charter"/>
              </a:defRPr>
            </a:lvl4pPr>
            <a:lvl5pPr algn="l">
              <a:defRPr sz="1800" b="0">
                <a:solidFill>
                  <a:srgbClr val="567074"/>
                </a:solidFill>
                <a:latin typeface="Bitstream Charter"/>
                <a:ea typeface="Bitstream Charter"/>
                <a:cs typeface="Bitstream Charter"/>
              </a:defRPr>
            </a:lvl5pPr>
            <a:lvl6pPr algn="l">
              <a:defRPr sz="1800" b="0">
                <a:solidFill>
                  <a:srgbClr val="567074"/>
                </a:solidFill>
                <a:latin typeface="Bitstream Charter"/>
                <a:ea typeface="Bitstream Charter"/>
                <a:cs typeface="Bitstream Charter"/>
              </a:defRPr>
            </a:lvl6pPr>
            <a:lvl7pPr algn="l">
              <a:defRPr sz="1800" b="0">
                <a:solidFill>
                  <a:srgbClr val="567074"/>
                </a:solidFill>
                <a:latin typeface="Bitstream Charter"/>
                <a:ea typeface="Bitstream Charter"/>
                <a:cs typeface="Bitstream Charter"/>
              </a:defRPr>
            </a:lvl7pPr>
            <a:lvl8pPr algn="l">
              <a:defRPr sz="1800" b="0">
                <a:solidFill>
                  <a:srgbClr val="567074"/>
                </a:solidFill>
                <a:latin typeface="Bitstream Charter"/>
                <a:ea typeface="Bitstream Charter"/>
                <a:cs typeface="Bitstream Charter"/>
              </a:defRPr>
            </a:lvl8pPr>
            <a:lvl9pPr algn="l">
              <a:defRPr sz="1800" b="0">
                <a:solidFill>
                  <a:srgbClr val="567074"/>
                </a:solidFill>
                <a:latin typeface="Bitstream Charter"/>
                <a:ea typeface="Bitstream Charter"/>
                <a:cs typeface="Bitstream Charter"/>
              </a:defRPr>
            </a:lvl9pPr>
          </a:lstStyle>
          <a:p xmlns:a="http://schemas.openxmlformats.org/drawingml/2006/main">
            <a:pPr algn="l">
              <a:defRPr sz="1800" b="0">
                <a:solidFill>
                  <a:srgbClr val="567074"/>
                </a:solidFill>
                <a:latin typeface="Bitstream Charter"/>
                <a:ea typeface="Bitstream Charter"/>
                <a:cs typeface="Bitstream Charter"/>
              </a:defRPr>
            </a:pPr>
            <a:r>
              <a:rPr sz="1800" b="0">
                <a:solidFill>
                  <a:srgbClr val="567074"/>
                </a:solidFill>
                <a:latin typeface="Bitstream Charter"/>
                <a:ea typeface="Bitstream Charter"/>
                <a:cs typeface="Bitstream Charter"/>
              </a:rPr>
              <a:t>Peak demand</a:t>
            </a:r>
          </a:p>
        </p:txBody>
      </p:sp>
      <p:sp>
        <p:nvSpPr>
          <p:cNvPr id="6" name="">
            <a:extLst xmlns:a="http://schemas.openxmlformats.org/drawingml/2006/main">
              <a:ext uri="{FF2B5EF4-FFF2-40B4-BE49-F238E27FC236}">
                <a16:creationId xmlns:a16="http://schemas.microsoft.com/office/drawing/2014/main" id="{E48AFBD0-F147-4635-86EC-9163E5FB8DC6}"/>
              </a:ext>
            </a:extLst>
          </p:cNvPr>
          <p:cNvSpPr>
            <a:spLocks xmlns:a="http://schemas.openxmlformats.org/drawingml/2006/main" noGrp="1"/>
          </p:cNvSpPr>
          <p:nvPr/>
        </p:nvSpPr>
        <p:spPr>
          <a:xfrm xmlns:a="http://schemas.openxmlformats.org/drawingml/2006/main">
            <a:off x="9525000" y="3619500"/>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168B78"/>
                </a:solidFill>
                <a:latin typeface="Bitstream Charter"/>
                <a:ea typeface="Bitstream Charter"/>
                <a:cs typeface="Bitstream Charter"/>
              </a:defRPr>
            </a:defPPr>
            <a:lvl1pPr algn="l">
              <a:defRPr sz="3000" b="1">
                <a:solidFill>
                  <a:srgbClr val="168B78"/>
                </a:solidFill>
                <a:latin typeface="Bitstream Charter"/>
                <a:ea typeface="Bitstream Charter"/>
                <a:cs typeface="Bitstream Charter"/>
              </a:defRPr>
            </a:lvl1pPr>
            <a:lvl2pPr algn="l">
              <a:defRPr sz="3000" b="1">
                <a:solidFill>
                  <a:srgbClr val="168B78"/>
                </a:solidFill>
                <a:latin typeface="Bitstream Charter"/>
                <a:ea typeface="Bitstream Charter"/>
                <a:cs typeface="Bitstream Charter"/>
              </a:defRPr>
            </a:lvl2pPr>
            <a:lvl3pPr algn="l">
              <a:defRPr sz="3000" b="1">
                <a:solidFill>
                  <a:srgbClr val="168B78"/>
                </a:solidFill>
                <a:latin typeface="Bitstream Charter"/>
                <a:ea typeface="Bitstream Charter"/>
                <a:cs typeface="Bitstream Charter"/>
              </a:defRPr>
            </a:lvl3pPr>
            <a:lvl4pPr algn="l">
              <a:defRPr sz="3000" b="1">
                <a:solidFill>
                  <a:srgbClr val="168B78"/>
                </a:solidFill>
                <a:latin typeface="Bitstream Charter"/>
                <a:ea typeface="Bitstream Charter"/>
                <a:cs typeface="Bitstream Charter"/>
              </a:defRPr>
            </a:lvl4pPr>
            <a:lvl5pPr algn="l">
              <a:defRPr sz="3000" b="1">
                <a:solidFill>
                  <a:srgbClr val="168B78"/>
                </a:solidFill>
                <a:latin typeface="Bitstream Charter"/>
                <a:ea typeface="Bitstream Charter"/>
                <a:cs typeface="Bitstream Charter"/>
              </a:defRPr>
            </a:lvl5pPr>
            <a:lvl6pPr algn="l">
              <a:defRPr sz="3000" b="1">
                <a:solidFill>
                  <a:srgbClr val="168B78"/>
                </a:solidFill>
                <a:latin typeface="Bitstream Charter"/>
                <a:ea typeface="Bitstream Charter"/>
                <a:cs typeface="Bitstream Charter"/>
              </a:defRPr>
            </a:lvl6pPr>
            <a:lvl7pPr algn="l">
              <a:defRPr sz="3000" b="1">
                <a:solidFill>
                  <a:srgbClr val="168B78"/>
                </a:solidFill>
                <a:latin typeface="Bitstream Charter"/>
                <a:ea typeface="Bitstream Charter"/>
                <a:cs typeface="Bitstream Charter"/>
              </a:defRPr>
            </a:lvl7pPr>
            <a:lvl8pPr algn="l">
              <a:defRPr sz="3000" b="1">
                <a:solidFill>
                  <a:srgbClr val="168B78"/>
                </a:solidFill>
                <a:latin typeface="Bitstream Charter"/>
                <a:ea typeface="Bitstream Charter"/>
                <a:cs typeface="Bitstream Charter"/>
              </a:defRPr>
            </a:lvl8pPr>
            <a:lvl9pPr algn="l">
              <a:defRPr sz="3000" b="1">
                <a:solidFill>
                  <a:srgbClr val="168B78"/>
                </a:solidFill>
                <a:latin typeface="Bitstream Charter"/>
                <a:ea typeface="Bitstream Charter"/>
                <a:cs typeface="Bitstream Charter"/>
              </a:defRPr>
            </a:lvl9pPr>
          </a:lstStyle>
          <a:p xmlns:a="http://schemas.openxmlformats.org/drawingml/2006/main">
            <a:pPr algn="l">
              <a:defRPr sz="3000" b="1">
                <a:solidFill>
                  <a:srgbClr val="168B78"/>
                </a:solidFill>
                <a:latin typeface="Bitstream Charter"/>
                <a:ea typeface="Bitstream Charter"/>
                <a:cs typeface="Bitstream Charter"/>
              </a:defRPr>
            </a:pPr>
            <a:r>
              <a:rPr sz="3000" b="1">
                <a:solidFill>
                  <a:srgbClr val="168B78"/>
                </a:solidFill>
                <a:latin typeface="Bitstream Charter"/>
                <a:ea typeface="Bitstream Charter"/>
                <a:cs typeface="Bitstream Charter"/>
              </a:rPr>
              <a:t>16 hours</a:t>
            </a:r>
          </a:p>
        </p:txBody>
      </p:sp>
      <p:sp>
        <p:nvSpPr>
          <p:cNvPr id="7" name="">
            <a:extLst xmlns:a="http://schemas.openxmlformats.org/drawingml/2006/main">
              <a:ext uri="{FF2B5EF4-FFF2-40B4-BE49-F238E27FC236}">
                <a16:creationId xmlns:a16="http://schemas.microsoft.com/office/drawing/2014/main" id="{957A4DFE-2415-4980-B0EE-258AB762A5D0}"/>
              </a:ext>
            </a:extLst>
          </p:cNvPr>
          <p:cNvSpPr>
            <a:spLocks xmlns:a="http://schemas.openxmlformats.org/drawingml/2006/main" noGrp="1"/>
          </p:cNvSpPr>
          <p:nvPr/>
        </p:nvSpPr>
        <p:spPr>
          <a:xfrm xmlns:a="http://schemas.openxmlformats.org/drawingml/2006/main">
            <a:off x="9525000" y="4267200"/>
            <a:ext cx="2238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67074"/>
                </a:solidFill>
                <a:latin typeface="Bitstream Charter"/>
                <a:ea typeface="Bitstream Charter"/>
                <a:cs typeface="Bitstream Charter"/>
              </a:defRPr>
            </a:defPPr>
            <a:lvl1pPr algn="l">
              <a:defRPr sz="1800" b="0">
                <a:solidFill>
                  <a:srgbClr val="567074"/>
                </a:solidFill>
                <a:latin typeface="Bitstream Charter"/>
                <a:ea typeface="Bitstream Charter"/>
                <a:cs typeface="Bitstream Charter"/>
              </a:defRPr>
            </a:lvl1pPr>
            <a:lvl2pPr algn="l">
              <a:defRPr sz="1800" b="0">
                <a:solidFill>
                  <a:srgbClr val="567074"/>
                </a:solidFill>
                <a:latin typeface="Bitstream Charter"/>
                <a:ea typeface="Bitstream Charter"/>
                <a:cs typeface="Bitstream Charter"/>
              </a:defRPr>
            </a:lvl2pPr>
            <a:lvl3pPr algn="l">
              <a:defRPr sz="1800" b="0">
                <a:solidFill>
                  <a:srgbClr val="567074"/>
                </a:solidFill>
                <a:latin typeface="Bitstream Charter"/>
                <a:ea typeface="Bitstream Charter"/>
                <a:cs typeface="Bitstream Charter"/>
              </a:defRPr>
            </a:lvl3pPr>
            <a:lvl4pPr algn="l">
              <a:defRPr sz="1800" b="0">
                <a:solidFill>
                  <a:srgbClr val="567074"/>
                </a:solidFill>
                <a:latin typeface="Bitstream Charter"/>
                <a:ea typeface="Bitstream Charter"/>
                <a:cs typeface="Bitstream Charter"/>
              </a:defRPr>
            </a:lvl4pPr>
            <a:lvl5pPr algn="l">
              <a:defRPr sz="1800" b="0">
                <a:solidFill>
                  <a:srgbClr val="567074"/>
                </a:solidFill>
                <a:latin typeface="Bitstream Charter"/>
                <a:ea typeface="Bitstream Charter"/>
                <a:cs typeface="Bitstream Charter"/>
              </a:defRPr>
            </a:lvl5pPr>
            <a:lvl6pPr algn="l">
              <a:defRPr sz="1800" b="0">
                <a:solidFill>
                  <a:srgbClr val="567074"/>
                </a:solidFill>
                <a:latin typeface="Bitstream Charter"/>
                <a:ea typeface="Bitstream Charter"/>
                <a:cs typeface="Bitstream Charter"/>
              </a:defRPr>
            </a:lvl6pPr>
            <a:lvl7pPr algn="l">
              <a:defRPr sz="1800" b="0">
                <a:solidFill>
                  <a:srgbClr val="567074"/>
                </a:solidFill>
                <a:latin typeface="Bitstream Charter"/>
                <a:ea typeface="Bitstream Charter"/>
                <a:cs typeface="Bitstream Charter"/>
              </a:defRPr>
            </a:lvl7pPr>
            <a:lvl8pPr algn="l">
              <a:defRPr sz="1800" b="0">
                <a:solidFill>
                  <a:srgbClr val="567074"/>
                </a:solidFill>
                <a:latin typeface="Bitstream Charter"/>
                <a:ea typeface="Bitstream Charter"/>
                <a:cs typeface="Bitstream Charter"/>
              </a:defRPr>
            </a:lvl8pPr>
            <a:lvl9pPr algn="l">
              <a:defRPr sz="1800" b="0">
                <a:solidFill>
                  <a:srgbClr val="567074"/>
                </a:solidFill>
                <a:latin typeface="Bitstream Charter"/>
                <a:ea typeface="Bitstream Charter"/>
                <a:cs typeface="Bitstream Charter"/>
              </a:defRPr>
            </a:lvl9pPr>
          </a:lstStyle>
          <a:p xmlns:a="http://schemas.openxmlformats.org/drawingml/2006/main">
            <a:pPr algn="l">
              <a:defRPr sz="1800" b="0">
                <a:solidFill>
                  <a:srgbClr val="567074"/>
                </a:solidFill>
                <a:latin typeface="Bitstream Charter"/>
                <a:ea typeface="Bitstream Charter"/>
                <a:cs typeface="Bitstream Charter"/>
              </a:defRPr>
            </a:pPr>
            <a:r>
              <a:rPr sz="1800" b="0">
                <a:solidFill>
                  <a:srgbClr val="567074"/>
                </a:solidFill>
                <a:latin typeface="Bitstream Charter"/>
                <a:ea typeface="Bitstream Charter"/>
                <a:cs typeface="Bitstream Charter"/>
              </a:rPr>
              <a:t>Storage signal</a:t>
            </a:r>
          </a:p>
        </p:txBody>
      </p:sp>
      <p:sp>
        <p:nvSpPr>
          <p:cNvPr id="8" name="">
            <a:extLst xmlns:a="http://schemas.openxmlformats.org/drawingml/2006/main">
              <a:ext uri="{FF2B5EF4-FFF2-40B4-BE49-F238E27FC236}">
                <a16:creationId xmlns:a16="http://schemas.microsoft.com/office/drawing/2014/main" id="{0ADD29EE-ACC0-4FD1-978D-2BE15831D170}"/>
              </a:ext>
            </a:extLst>
          </p:cNvPr>
          <p:cNvSpPr>
            <a:spLocks xmlns:a="http://schemas.openxmlformats.org/drawingml/2006/main" noGrp="1"/>
          </p:cNvSpPr>
          <p:nvPr/>
        </p:nvSpPr>
        <p:spPr>
          <a:xfrm xmlns:a="http://schemas.openxmlformats.org/drawingml/2006/main">
            <a:off x="609600" y="6210300"/>
            <a:ext cx="1019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67074"/>
                </a:solidFill>
                <a:latin typeface="Bitstream Charter"/>
                <a:ea typeface="Bitstream Charter"/>
                <a:cs typeface="Bitstream Charter"/>
              </a:defRPr>
            </a:defPPr>
            <a:lvl1pPr algn="l">
              <a:defRPr sz="1275" b="0">
                <a:solidFill>
                  <a:srgbClr val="567074"/>
                </a:solidFill>
                <a:latin typeface="Bitstream Charter"/>
                <a:ea typeface="Bitstream Charter"/>
                <a:cs typeface="Bitstream Charter"/>
              </a:defRPr>
            </a:lvl1pPr>
            <a:lvl2pPr algn="l">
              <a:defRPr sz="1275" b="0">
                <a:solidFill>
                  <a:srgbClr val="567074"/>
                </a:solidFill>
                <a:latin typeface="Bitstream Charter"/>
                <a:ea typeface="Bitstream Charter"/>
                <a:cs typeface="Bitstream Charter"/>
              </a:defRPr>
            </a:lvl2pPr>
            <a:lvl3pPr algn="l">
              <a:defRPr sz="1275" b="0">
                <a:solidFill>
                  <a:srgbClr val="567074"/>
                </a:solidFill>
                <a:latin typeface="Bitstream Charter"/>
                <a:ea typeface="Bitstream Charter"/>
                <a:cs typeface="Bitstream Charter"/>
              </a:defRPr>
            </a:lvl3pPr>
            <a:lvl4pPr algn="l">
              <a:defRPr sz="1275" b="0">
                <a:solidFill>
                  <a:srgbClr val="567074"/>
                </a:solidFill>
                <a:latin typeface="Bitstream Charter"/>
                <a:ea typeface="Bitstream Charter"/>
                <a:cs typeface="Bitstream Charter"/>
              </a:defRPr>
            </a:lvl4pPr>
            <a:lvl5pPr algn="l">
              <a:defRPr sz="1275" b="0">
                <a:solidFill>
                  <a:srgbClr val="567074"/>
                </a:solidFill>
                <a:latin typeface="Bitstream Charter"/>
                <a:ea typeface="Bitstream Charter"/>
                <a:cs typeface="Bitstream Charter"/>
              </a:defRPr>
            </a:lvl5pPr>
            <a:lvl6pPr algn="l">
              <a:defRPr sz="1275" b="0">
                <a:solidFill>
                  <a:srgbClr val="567074"/>
                </a:solidFill>
                <a:latin typeface="Bitstream Charter"/>
                <a:ea typeface="Bitstream Charter"/>
                <a:cs typeface="Bitstream Charter"/>
              </a:defRPr>
            </a:lvl6pPr>
            <a:lvl7pPr algn="l">
              <a:defRPr sz="1275" b="0">
                <a:solidFill>
                  <a:srgbClr val="567074"/>
                </a:solidFill>
                <a:latin typeface="Bitstream Charter"/>
                <a:ea typeface="Bitstream Charter"/>
                <a:cs typeface="Bitstream Charter"/>
              </a:defRPr>
            </a:lvl7pPr>
            <a:lvl8pPr algn="l">
              <a:defRPr sz="1275" b="0">
                <a:solidFill>
                  <a:srgbClr val="567074"/>
                </a:solidFill>
                <a:latin typeface="Bitstream Charter"/>
                <a:ea typeface="Bitstream Charter"/>
                <a:cs typeface="Bitstream Charter"/>
              </a:defRPr>
            </a:lvl8pPr>
            <a:lvl9pPr algn="l">
              <a:defRPr sz="1275" b="0">
                <a:solidFill>
                  <a:srgbClr val="567074"/>
                </a:solidFill>
                <a:latin typeface="Bitstream Charter"/>
                <a:ea typeface="Bitstream Charter"/>
                <a:cs typeface="Bitstream Charter"/>
              </a:defRPr>
            </a:lvl9pPr>
          </a:lstStyle>
          <a:p xmlns:a="http://schemas.openxmlformats.org/drawingml/2006/main">
            <a:pPr algn="l">
              <a:defRPr sz="1275" b="0">
                <a:solidFill>
                  <a:srgbClr val="567074"/>
                </a:solidFill>
                <a:latin typeface="Bitstream Charter"/>
                <a:ea typeface="Bitstream Charter"/>
                <a:cs typeface="Bitstream Charter"/>
              </a:defRPr>
            </a:pPr>
            <a:r>
              <a:rPr sz="1275" b="0">
                <a:solidFill>
                  <a:srgbClr val="567074"/>
                </a:solidFill>
                <a:latin typeface="Bitstream Charter"/>
                <a:ea typeface="Bitstream Charter"/>
                <a:cs typeface="Bitstream Charter"/>
              </a:rPr>
              <a:t>Historical weather: 17 June 2015. QuickML checked 27 October 2026. Chart values rounded to 0.01 kW.</a:t>
            </a:r>
          </a:p>
        </p:txBody>
      </p:sp>
    </p:spTree>
    <p:extLst>
      <p:ext uri="{BB962C8B-B14F-4D97-AF65-F5344CB8AC3E}">
        <p14:creationId xmlns:p14="http://schemas.microsoft.com/office/powerpoint/2010/main" val="374024031"/>
      </p:ext>
    </p:extLst>
  </p:cSld>
</p:sld>
</file>

<file path=ppt/slides/slide7.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224E2B-AE2F-4C3F-8C31-2EA90F3F29EF}"/>
              </a:ext>
            </a:extLst>
          </p:cNvPr>
          <p:cNvSpPr>
            <a:spLocks xmlns:a="http://schemas.openxmlformats.org/drawingml/2006/main" noGrp="1"/>
          </p:cNvSpPr>
          <p:nvPr/>
        </p:nvSpPr>
        <p:spPr>
          <a:xfrm xmlns:a="http://schemas.openxmlformats.org/drawingml/2006/main">
            <a:off x="609600" y="457200"/>
            <a:ext cx="10953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42D31"/>
                </a:solidFill>
                <a:latin typeface="Bitstream Charter"/>
                <a:ea typeface="Bitstream Charter"/>
                <a:cs typeface="Bitstream Charter"/>
              </a:defRPr>
            </a:defPPr>
            <a:lvl1pPr algn="l">
              <a:defRPr sz="3450" b="1">
                <a:solidFill>
                  <a:srgbClr val="142D31"/>
                </a:solidFill>
                <a:latin typeface="Bitstream Charter"/>
                <a:ea typeface="Bitstream Charter"/>
                <a:cs typeface="Bitstream Charter"/>
              </a:defRPr>
            </a:lvl1pPr>
            <a:lvl2pPr algn="l">
              <a:defRPr sz="3450" b="1">
                <a:solidFill>
                  <a:srgbClr val="142D31"/>
                </a:solidFill>
                <a:latin typeface="Bitstream Charter"/>
                <a:ea typeface="Bitstream Charter"/>
                <a:cs typeface="Bitstream Charter"/>
              </a:defRPr>
            </a:lvl2pPr>
            <a:lvl3pPr algn="l">
              <a:defRPr sz="3450" b="1">
                <a:solidFill>
                  <a:srgbClr val="142D31"/>
                </a:solidFill>
                <a:latin typeface="Bitstream Charter"/>
                <a:ea typeface="Bitstream Charter"/>
                <a:cs typeface="Bitstream Charter"/>
              </a:defRPr>
            </a:lvl3pPr>
            <a:lvl4pPr algn="l">
              <a:defRPr sz="3450" b="1">
                <a:solidFill>
                  <a:srgbClr val="142D31"/>
                </a:solidFill>
                <a:latin typeface="Bitstream Charter"/>
                <a:ea typeface="Bitstream Charter"/>
                <a:cs typeface="Bitstream Charter"/>
              </a:defRPr>
            </a:lvl4pPr>
            <a:lvl5pPr algn="l">
              <a:defRPr sz="3450" b="1">
                <a:solidFill>
                  <a:srgbClr val="142D31"/>
                </a:solidFill>
                <a:latin typeface="Bitstream Charter"/>
                <a:ea typeface="Bitstream Charter"/>
                <a:cs typeface="Bitstream Charter"/>
              </a:defRPr>
            </a:lvl5pPr>
            <a:lvl6pPr algn="l">
              <a:defRPr sz="3450" b="1">
                <a:solidFill>
                  <a:srgbClr val="142D31"/>
                </a:solidFill>
                <a:latin typeface="Bitstream Charter"/>
                <a:ea typeface="Bitstream Charter"/>
                <a:cs typeface="Bitstream Charter"/>
              </a:defRPr>
            </a:lvl6pPr>
            <a:lvl7pPr algn="l">
              <a:defRPr sz="3450" b="1">
                <a:solidFill>
                  <a:srgbClr val="142D31"/>
                </a:solidFill>
                <a:latin typeface="Bitstream Charter"/>
                <a:ea typeface="Bitstream Charter"/>
                <a:cs typeface="Bitstream Charter"/>
              </a:defRPr>
            </a:lvl7pPr>
            <a:lvl8pPr algn="l">
              <a:defRPr sz="3450" b="1">
                <a:solidFill>
                  <a:srgbClr val="142D31"/>
                </a:solidFill>
                <a:latin typeface="Bitstream Charter"/>
                <a:ea typeface="Bitstream Charter"/>
                <a:cs typeface="Bitstream Charter"/>
              </a:defRPr>
            </a:lvl8pPr>
            <a:lvl9pPr algn="l">
              <a:defRPr sz="3450" b="1">
                <a:solidFill>
                  <a:srgbClr val="142D31"/>
                </a:solidFill>
                <a:latin typeface="Bitstream Charter"/>
                <a:ea typeface="Bitstream Charter"/>
                <a:cs typeface="Bitstream Charter"/>
              </a:defRPr>
            </a:lvl9pPr>
          </a:lstStyle>
          <a:p xmlns:a="http://schemas.openxmlformats.org/drawingml/2006/main">
            <a:pPr algn="l">
              <a:defRPr sz="3450" b="1">
                <a:solidFill>
                  <a:srgbClr val="142D31"/>
                </a:solidFill>
                <a:latin typeface="Bitstream Charter"/>
                <a:ea typeface="Bitstream Charter"/>
                <a:cs typeface="Bitstream Charter"/>
              </a:defRPr>
            </a:pPr>
            <a:r>
              <a:rPr sz="3450" b="1">
                <a:solidFill>
                  <a:srgbClr val="142D31"/>
                </a:solidFill>
                <a:latin typeface="Bitstream Charter"/>
                <a:ea typeface="Bitstream Charter"/>
                <a:cs typeface="Bitstream Charter"/>
              </a:rPr>
              <a:t>Exact dispatch rules, including boundaries</a:t>
            </a:r>
          </a:p>
        </p:txBody>
      </p:sp>
      <p:sp>
        <p:nvSpPr>
          <p:cNvPr id="2" name="">
            <a:extLst xmlns:a="http://schemas.openxmlformats.org/drawingml/2006/main">
              <a:ext uri="{FF2B5EF4-FFF2-40B4-BE49-F238E27FC236}">
                <a16:creationId xmlns:a16="http://schemas.microsoft.com/office/drawing/2014/main" id="{3D3AE2F3-4A65-4708-B73F-65429AF981E3}"/>
              </a:ext>
            </a:extLst>
          </p:cNvPr>
          <p:cNvSpPr>
            <a:spLocks xmlns:a="http://schemas.openxmlformats.org/drawingml/2006/main" noGrp="1"/>
          </p:cNvSpPr>
          <p:nvPr/>
        </p:nvSpPr>
        <p:spPr>
          <a:xfrm xmlns:a="http://schemas.openxmlformats.org/drawingml/2006/main">
            <a:off x="11096625" y="63817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7074"/>
                </a:solidFill>
                <a:latin typeface="Bitstream Charter"/>
                <a:ea typeface="Bitstream Charter"/>
                <a:cs typeface="Bitstream Charter"/>
              </a:defRPr>
            </a:defPPr>
            <a:lvl1pPr algn="r">
              <a:defRPr sz="1275" b="0">
                <a:solidFill>
                  <a:srgbClr val="567074"/>
                </a:solidFill>
                <a:latin typeface="Bitstream Charter"/>
                <a:ea typeface="Bitstream Charter"/>
                <a:cs typeface="Bitstream Charter"/>
              </a:defRPr>
            </a:lvl1pPr>
            <a:lvl2pPr algn="r">
              <a:defRPr sz="1275" b="0">
                <a:solidFill>
                  <a:srgbClr val="567074"/>
                </a:solidFill>
                <a:latin typeface="Bitstream Charter"/>
                <a:ea typeface="Bitstream Charter"/>
                <a:cs typeface="Bitstream Charter"/>
              </a:defRPr>
            </a:lvl2pPr>
            <a:lvl3pPr algn="r">
              <a:defRPr sz="1275" b="0">
                <a:solidFill>
                  <a:srgbClr val="567074"/>
                </a:solidFill>
                <a:latin typeface="Bitstream Charter"/>
                <a:ea typeface="Bitstream Charter"/>
                <a:cs typeface="Bitstream Charter"/>
              </a:defRPr>
            </a:lvl3pPr>
            <a:lvl4pPr algn="r">
              <a:defRPr sz="1275" b="0">
                <a:solidFill>
                  <a:srgbClr val="567074"/>
                </a:solidFill>
                <a:latin typeface="Bitstream Charter"/>
                <a:ea typeface="Bitstream Charter"/>
                <a:cs typeface="Bitstream Charter"/>
              </a:defRPr>
            </a:lvl4pPr>
            <a:lvl5pPr algn="r">
              <a:defRPr sz="1275" b="0">
                <a:solidFill>
                  <a:srgbClr val="567074"/>
                </a:solidFill>
                <a:latin typeface="Bitstream Charter"/>
                <a:ea typeface="Bitstream Charter"/>
                <a:cs typeface="Bitstream Charter"/>
              </a:defRPr>
            </a:lvl5pPr>
            <a:lvl6pPr algn="r">
              <a:defRPr sz="1275" b="0">
                <a:solidFill>
                  <a:srgbClr val="567074"/>
                </a:solidFill>
                <a:latin typeface="Bitstream Charter"/>
                <a:ea typeface="Bitstream Charter"/>
                <a:cs typeface="Bitstream Charter"/>
              </a:defRPr>
            </a:lvl6pPr>
            <a:lvl7pPr algn="r">
              <a:defRPr sz="1275" b="0">
                <a:solidFill>
                  <a:srgbClr val="567074"/>
                </a:solidFill>
                <a:latin typeface="Bitstream Charter"/>
                <a:ea typeface="Bitstream Charter"/>
                <a:cs typeface="Bitstream Charter"/>
              </a:defRPr>
            </a:lvl7pPr>
            <a:lvl8pPr algn="r">
              <a:defRPr sz="1275" b="0">
                <a:solidFill>
                  <a:srgbClr val="567074"/>
                </a:solidFill>
                <a:latin typeface="Bitstream Charter"/>
                <a:ea typeface="Bitstream Charter"/>
                <a:cs typeface="Bitstream Charter"/>
              </a:defRPr>
            </a:lvl8pPr>
            <a:lvl9pPr algn="r">
              <a:defRPr sz="1275" b="0">
                <a:solidFill>
                  <a:srgbClr val="567074"/>
                </a:solidFill>
                <a:latin typeface="Bitstream Charter"/>
                <a:ea typeface="Bitstream Charter"/>
                <a:cs typeface="Bitstream Charter"/>
              </a:defRPr>
            </a:lvl9pPr>
          </a:lstStyle>
          <a:p xmlns:a="http://schemas.openxmlformats.org/drawingml/2006/main">
            <a:pPr algn="r">
              <a:defRPr sz="1275" b="0">
                <a:solidFill>
                  <a:srgbClr val="567074"/>
                </a:solidFill>
                <a:latin typeface="Bitstream Charter"/>
                <a:ea typeface="Bitstream Charter"/>
                <a:cs typeface="Bitstream Charter"/>
              </a:defRPr>
            </a:pPr>
            <a:r>
              <a:rPr sz="1275" b="0">
                <a:solidFill>
                  <a:srgbClr val="567074"/>
                </a:solidFill>
                <a:latin typeface="Bitstream Charter"/>
                <a:ea typeface="Bitstream Charter"/>
                <a:cs typeface="Bitstream Charter"/>
              </a:rPr>
              <a:t>07</a:t>
            </a:r>
          </a:p>
        </p:txBody>
      </p:sp>
      <p:graphicFrame>
        <p:nvGraphicFramePr>
          <p:cNvPr id="3" name="">
            <a:extLst xmlns:a="http://schemas.openxmlformats.org/drawingml/2006/main">
              <a:ext uri="{FF2B5EF4-FFF2-40B4-BE49-F238E27FC236}">
                <a16:creationId xmlns:a16="http://schemas.microsoft.com/office/drawing/2014/main" id="{CB1301A4-763E-4FE3-AB32-67FFD3B1427D}"/>
              </a:ext>
            </a:extLst>
          </p:cNvPr>
          <p:cNvGraphicFramePr/>
          <p:nvPr/>
        </p:nvGraphicFramePr>
        <p:xfrm>
          <a:off xmlns:a="http://schemas.openxmlformats.org/drawingml/2006/main" x="609600" y="1752600"/>
          <a:ext xmlns:a="http://schemas.openxmlformats.org/drawingml/2006/main" cx="10972800" cy="3714750"/>
        </p:xfrm>
        <a:graphic xmlns:a="http://schemas.openxmlformats.org/drawingml/2006/main">
          <a:graphicData uri="http://schemas.openxmlformats.org/drawingml/2006/table">
            <a:tbl>
              <a:tblPr/>
              <a:tblGrid>
                <a:gridCol w="1714500"/>
                <a:gridCol w="2381250"/>
                <a:gridCol w="4429125"/>
                <a:gridCol w="2447925"/>
              </a:tblGrid>
              <a:tr h="530679">
                <a:tc>
                  <a:txBody>
                    <a:bodyPr lIns="152400" tIns="95250" rIns="114300" bIns="95250"/>
                    <a:lstStyle/>
                    <a:p>
                      <a:r>
                        <a:rPr sz="1875" b="1">
                          <a:solidFill>
                            <a:srgbClr val="FFFFFF"/>
                          </a:solidFill>
                          <a:latin typeface="Bitstream Charter"/>
                          <a:ea typeface="Bitstream Charter"/>
                          <a:cs typeface="Bitstream Charter"/>
                        </a:rPr>
                        <a:t>Hour</a:t>
                      </a:r>
                    </a:p>
                  </a:txBody>
                  <a:tcPr marL="91440" marR="91440" marT="45720" marB="45720" anchor="ctr">
                    <a:lnL w="9525">
                      <a:solidFill>
                        <a:srgbClr val="D8DFDC"/>
                      </a:solidFill>
                      <a:prstDash val="solid"/>
                    </a:lnL>
                    <a:lnR w="9525">
                      <a:solidFill>
                        <a:srgbClr val="D8DFDC"/>
                      </a:solidFill>
                      <a:prstDash val="solid"/>
                    </a:lnR>
                    <a:lnT w="9525">
                      <a:solidFill>
                        <a:srgbClr val="D8DFDC"/>
                      </a:solidFill>
                      <a:prstDash val="solid"/>
                    </a:lnT>
                    <a:lnB w="9525">
                      <a:solidFill>
                        <a:srgbClr val="D8DFDC"/>
                      </a:solidFill>
                      <a:prstDash val="solid"/>
                    </a:lnB>
                    <a:solidFill>
                      <a:srgbClr val="142D31"/>
                    </a:solidFill>
                  </a:tcPr>
                </a:tc>
                <a:tc>
                  <a:txBody>
                    <a:bodyPr lIns="152400" tIns="95250" rIns="114300" bIns="95250"/>
                    <a:lstStyle/>
                    <a:p>
                      <a:r>
                        <a:rPr sz="1875" b="1">
                          <a:solidFill>
                            <a:srgbClr val="FFFFFF"/>
                          </a:solidFill>
                          <a:latin typeface="Bitstream Charter"/>
                          <a:ea typeface="Bitstream Charter"/>
                          <a:cs typeface="Bitstream Charter"/>
                        </a:rPr>
                        <a:t>Demand (kW)</a:t>
                      </a:r>
                    </a:p>
                  </a:txBody>
                  <a:tcPr marL="91440" marR="91440" marT="45720" marB="45720" anchor="ctr">
                    <a:lnR w="9525">
                      <a:solidFill>
                        <a:srgbClr val="D8DFDC"/>
                      </a:solidFill>
                      <a:prstDash val="solid"/>
                    </a:lnR>
                    <a:lnT w="9525">
                      <a:solidFill>
                        <a:srgbClr val="D8DFDC"/>
                      </a:solidFill>
                      <a:prstDash val="solid"/>
                    </a:lnT>
                    <a:lnB w="9525">
                      <a:solidFill>
                        <a:srgbClr val="D8DFDC"/>
                      </a:solidFill>
                      <a:prstDash val="solid"/>
                    </a:lnB>
                    <a:solidFill>
                      <a:srgbClr val="142D31"/>
                    </a:solidFill>
                  </a:tcPr>
                </a:tc>
                <a:tc>
                  <a:txBody>
                    <a:bodyPr lIns="152400" tIns="95250" rIns="114300" bIns="95250"/>
                    <a:lstStyle/>
                    <a:p>
                      <a:r>
                        <a:rPr sz="1875" b="1">
                          <a:solidFill>
                            <a:srgbClr val="FFFFFF"/>
                          </a:solidFill>
                          <a:latin typeface="Bitstream Charter"/>
                          <a:ea typeface="Bitstream Charter"/>
                          <a:cs typeface="Bitstream Charter"/>
                        </a:rPr>
                        <a:t>Dispatch signal</a:t>
                      </a:r>
                    </a:p>
                  </a:txBody>
                  <a:tcPr marL="91440" marR="91440" marT="45720" marB="45720" anchor="ctr">
                    <a:lnR w="9525">
                      <a:solidFill>
                        <a:srgbClr val="D8DFDC"/>
                      </a:solidFill>
                      <a:prstDash val="solid"/>
                    </a:lnR>
                    <a:lnT w="9525">
                      <a:solidFill>
                        <a:srgbClr val="D8DFDC"/>
                      </a:solidFill>
                      <a:prstDash val="solid"/>
                    </a:lnT>
                    <a:lnB w="9525">
                      <a:solidFill>
                        <a:srgbClr val="D8DFDC"/>
                      </a:solidFill>
                      <a:prstDash val="solid"/>
                    </a:lnB>
                    <a:solidFill>
                      <a:srgbClr val="142D31"/>
                    </a:solidFill>
                  </a:tcPr>
                </a:tc>
                <a:tc>
                  <a:txBody>
                    <a:bodyPr lIns="152400" tIns="95250" rIns="114300" bIns="95250"/>
                    <a:lstStyle/>
                    <a:p>
                      <a:r>
                        <a:rPr sz="1875" b="1">
                          <a:solidFill>
                            <a:srgbClr val="FFFFFF"/>
                          </a:solidFill>
                          <a:latin typeface="Bitstream Charter"/>
                          <a:ea typeface="Bitstream Charter"/>
                          <a:cs typeface="Bitstream Charter"/>
                        </a:rPr>
                        <a:t>Overload</a:t>
                      </a:r>
                    </a:p>
                  </a:txBody>
                  <a:tcPr marL="91440" marR="91440" marT="45720" marB="45720" anchor="ctr">
                    <a:lnR w="9525">
                      <a:solidFill>
                        <a:srgbClr val="D8DFDC"/>
                      </a:solidFill>
                      <a:prstDash val="solid"/>
                    </a:lnR>
                    <a:lnT w="9525">
                      <a:solidFill>
                        <a:srgbClr val="D8DFDC"/>
                      </a:solidFill>
                      <a:prstDash val="solid"/>
                    </a:lnT>
                    <a:lnB w="9525">
                      <a:solidFill>
                        <a:srgbClr val="D8DFDC"/>
                      </a:solidFill>
                      <a:prstDash val="solid"/>
                    </a:lnB>
                    <a:solidFill>
                      <a:srgbClr val="142D31"/>
                    </a:solidFill>
                  </a:tcPr>
                </a:tc>
              </a:tr>
              <a:tr h="530679">
                <a:tc>
                  <a:txBody>
                    <a:bodyPr lIns="152400" tIns="95250" rIns="114300" bIns="95250"/>
                    <a:lstStyle/>
                    <a:p>
                      <a:r>
                        <a:rPr sz="1875" b="0">
                          <a:solidFill>
                            <a:srgbClr val="142D31"/>
                          </a:solidFill>
                          <a:latin typeface="Bitstream Charter"/>
                          <a:ea typeface="Bitstream Charter"/>
                          <a:cs typeface="Bitstream Charter"/>
                        </a:rPr>
                        <a:t>17:00</a:t>
                      </a:r>
                    </a:p>
                  </a:txBody>
                  <a:tcPr marL="91440" marR="91440" marT="45720" marB="45720" anchor="ctr">
                    <a:lnL w="9525">
                      <a:solidFill>
                        <a:srgbClr val="D8DFDC"/>
                      </a:solidFill>
                      <a:prstDash val="solid"/>
                    </a:lnL>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875" b="0">
                          <a:solidFill>
                            <a:srgbClr val="142D31"/>
                          </a:solidFill>
                          <a:latin typeface="Bitstream Charter"/>
                          <a:ea typeface="Bitstream Charter"/>
                          <a:cs typeface="Bitstream Charter"/>
                        </a:rPr>
                        <a:t>160.00</a:t>
                      </a:r>
                    </a:p>
                  </a:txBody>
                  <a:tcPr marL="91440" marR="91440" marT="45720" marB="45720" anchor="ctr">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875" b="0">
                          <a:solidFill>
                            <a:srgbClr val="142D31"/>
                          </a:solidFill>
                          <a:latin typeface="Bitstream Charter"/>
                          <a:ea typeface="Bitstream Charter"/>
                          <a:cs typeface="Bitstream Charter"/>
                        </a:rPr>
                        <a:t>Main grid</a:t>
                      </a:r>
                    </a:p>
                  </a:txBody>
                  <a:tcPr marL="91440" marR="91440" marT="45720" marB="45720" anchor="ctr">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875" b="0">
                          <a:solidFill>
                            <a:srgbClr val="142D31"/>
                          </a:solidFill>
                          <a:latin typeface="Bitstream Charter"/>
                          <a:ea typeface="Bitstream Charter"/>
                          <a:cs typeface="Bitstream Charter"/>
                        </a:rPr>
                        <a:t>No</a:t>
                      </a:r>
                    </a:p>
                  </a:txBody>
                  <a:tcPr marL="91440" marR="91440" marT="45720" marB="45720" anchor="ctr">
                    <a:lnR w="9525">
                      <a:solidFill>
                        <a:srgbClr val="D8DFDC"/>
                      </a:solidFill>
                      <a:prstDash val="solid"/>
                    </a:lnR>
                    <a:lnB w="9525">
                      <a:solidFill>
                        <a:srgbClr val="D8DFDC"/>
                      </a:solidFill>
                      <a:prstDash val="solid"/>
                    </a:lnB>
                    <a:solidFill>
                      <a:srgbClr val="F6F5F0"/>
                    </a:solidFill>
                  </a:tcPr>
                </a:tc>
              </a:tr>
              <a:tr h="530679">
                <a:tc>
                  <a:txBody>
                    <a:bodyPr lIns="152400" tIns="95250" rIns="114300" bIns="95250"/>
                    <a:lstStyle/>
                    <a:p>
                      <a:r>
                        <a:rPr sz="1875" b="0">
                          <a:solidFill>
                            <a:srgbClr val="142D31"/>
                          </a:solidFill>
                          <a:latin typeface="Bitstream Charter"/>
                          <a:ea typeface="Bitstream Charter"/>
                          <a:cs typeface="Bitstream Charter"/>
                        </a:rPr>
                        <a:t>17:00</a:t>
                      </a:r>
                    </a:p>
                  </a:txBody>
                  <a:tcPr marL="91440" marR="91440" marT="45720" marB="45720" anchor="ctr">
                    <a:lnL w="9525">
                      <a:solidFill>
                        <a:srgbClr val="D8DFDC"/>
                      </a:solidFill>
                      <a:prstDash val="solid"/>
                    </a:lnL>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875" b="0">
                          <a:solidFill>
                            <a:srgbClr val="142D31"/>
                          </a:solidFill>
                          <a:latin typeface="Bitstream Charter"/>
                          <a:ea typeface="Bitstream Charter"/>
                          <a:cs typeface="Bitstream Charter"/>
                        </a:rPr>
                        <a:t>160.01</a:t>
                      </a:r>
                    </a:p>
                  </a:txBody>
                  <a:tcPr marL="91440" marR="91440" marT="45720" marB="45720" anchor="ctr">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875" b="0">
                          <a:solidFill>
                            <a:srgbClr val="142D31"/>
                          </a:solidFill>
                          <a:latin typeface="Bitstream Charter"/>
                          <a:ea typeface="Bitstream Charter"/>
                          <a:cs typeface="Bitstream Charter"/>
                        </a:rPr>
                        <a:t>Renewable storage</a:t>
                      </a:r>
                    </a:p>
                  </a:txBody>
                  <a:tcPr marL="91440" marR="91440" marT="45720" marB="45720" anchor="ctr">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875" b="0">
                          <a:solidFill>
                            <a:srgbClr val="142D31"/>
                          </a:solidFill>
                          <a:latin typeface="Bitstream Charter"/>
                          <a:ea typeface="Bitstream Charter"/>
                          <a:cs typeface="Bitstream Charter"/>
                        </a:rPr>
                        <a:t>No</a:t>
                      </a:r>
                    </a:p>
                  </a:txBody>
                  <a:tcPr marL="91440" marR="91440" marT="45720" marB="45720" anchor="ctr">
                    <a:lnR w="9525">
                      <a:solidFill>
                        <a:srgbClr val="D8DFDC"/>
                      </a:solidFill>
                      <a:prstDash val="solid"/>
                    </a:lnR>
                    <a:lnB w="9525">
                      <a:solidFill>
                        <a:srgbClr val="D8DFDC"/>
                      </a:solidFill>
                      <a:prstDash val="solid"/>
                    </a:lnB>
                    <a:solidFill>
                      <a:srgbClr val="F6F5F0"/>
                    </a:solidFill>
                  </a:tcPr>
                </a:tc>
              </a:tr>
              <a:tr h="530679">
                <a:tc>
                  <a:txBody>
                    <a:bodyPr lIns="152400" tIns="95250" rIns="114300" bIns="95250"/>
                    <a:lstStyle/>
                    <a:p>
                      <a:r>
                        <a:rPr sz="1875" b="0">
                          <a:solidFill>
                            <a:srgbClr val="142D31"/>
                          </a:solidFill>
                          <a:latin typeface="Bitstream Charter"/>
                          <a:ea typeface="Bitstream Charter"/>
                          <a:cs typeface="Bitstream Charter"/>
                        </a:rPr>
                        <a:t>18:00</a:t>
                      </a:r>
                    </a:p>
                  </a:txBody>
                  <a:tcPr marL="91440" marR="91440" marT="45720" marB="45720" anchor="ctr">
                    <a:lnL w="9525">
                      <a:solidFill>
                        <a:srgbClr val="D8DFDC"/>
                      </a:solidFill>
                      <a:prstDash val="solid"/>
                    </a:lnL>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875" b="0">
                          <a:solidFill>
                            <a:srgbClr val="142D31"/>
                          </a:solidFill>
                          <a:latin typeface="Bitstream Charter"/>
                          <a:ea typeface="Bitstream Charter"/>
                          <a:cs typeface="Bitstream Charter"/>
                        </a:rPr>
                        <a:t>120.00</a:t>
                      </a:r>
                    </a:p>
                  </a:txBody>
                  <a:tcPr marL="91440" marR="91440" marT="45720" marB="45720" anchor="ctr">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875" b="0">
                          <a:solidFill>
                            <a:srgbClr val="142D31"/>
                          </a:solidFill>
                          <a:latin typeface="Bitstream Charter"/>
                          <a:ea typeface="Bitstream Charter"/>
                          <a:cs typeface="Bitstream Charter"/>
                        </a:rPr>
                        <a:t>Renewable storage</a:t>
                      </a:r>
                    </a:p>
                  </a:txBody>
                  <a:tcPr marL="91440" marR="91440" marT="45720" marB="45720" anchor="ctr">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875" b="0">
                          <a:solidFill>
                            <a:srgbClr val="142D31"/>
                          </a:solidFill>
                          <a:latin typeface="Bitstream Charter"/>
                          <a:ea typeface="Bitstream Charter"/>
                          <a:cs typeface="Bitstream Charter"/>
                        </a:rPr>
                        <a:t>No</a:t>
                      </a:r>
                    </a:p>
                  </a:txBody>
                  <a:tcPr marL="91440" marR="91440" marT="45720" marB="45720" anchor="ctr">
                    <a:lnR w="9525">
                      <a:solidFill>
                        <a:srgbClr val="D8DFDC"/>
                      </a:solidFill>
                      <a:prstDash val="solid"/>
                    </a:lnR>
                    <a:lnB w="9525">
                      <a:solidFill>
                        <a:srgbClr val="D8DFDC"/>
                      </a:solidFill>
                      <a:prstDash val="solid"/>
                    </a:lnB>
                    <a:solidFill>
                      <a:srgbClr val="F6F5F0"/>
                    </a:solidFill>
                  </a:tcPr>
                </a:tc>
              </a:tr>
              <a:tr h="530679">
                <a:tc>
                  <a:txBody>
                    <a:bodyPr lIns="152400" tIns="95250" rIns="114300" bIns="95250"/>
                    <a:lstStyle/>
                    <a:p>
                      <a:r>
                        <a:rPr sz="1875" b="0">
                          <a:solidFill>
                            <a:srgbClr val="142D31"/>
                          </a:solidFill>
                          <a:latin typeface="Bitstream Charter"/>
                          <a:ea typeface="Bitstream Charter"/>
                          <a:cs typeface="Bitstream Charter"/>
                        </a:rPr>
                        <a:t>22:00</a:t>
                      </a:r>
                    </a:p>
                  </a:txBody>
                  <a:tcPr marL="91440" marR="91440" marT="45720" marB="45720" anchor="ctr">
                    <a:lnL w="9525">
                      <a:solidFill>
                        <a:srgbClr val="D8DFDC"/>
                      </a:solidFill>
                      <a:prstDash val="solid"/>
                    </a:lnL>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875" b="0">
                          <a:solidFill>
                            <a:srgbClr val="142D31"/>
                          </a:solidFill>
                          <a:latin typeface="Bitstream Charter"/>
                          <a:ea typeface="Bitstream Charter"/>
                          <a:cs typeface="Bitstream Charter"/>
                        </a:rPr>
                        <a:t>120.00</a:t>
                      </a:r>
                    </a:p>
                  </a:txBody>
                  <a:tcPr marL="91440" marR="91440" marT="45720" marB="45720" anchor="ctr">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875" b="0">
                          <a:solidFill>
                            <a:srgbClr val="142D31"/>
                          </a:solidFill>
                          <a:latin typeface="Bitstream Charter"/>
                          <a:ea typeface="Bitstream Charter"/>
                          <a:cs typeface="Bitstream Charter"/>
                        </a:rPr>
                        <a:t>Renewable storage</a:t>
                      </a:r>
                    </a:p>
                  </a:txBody>
                  <a:tcPr marL="91440" marR="91440" marT="45720" marB="45720" anchor="ctr">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875" b="0">
                          <a:solidFill>
                            <a:srgbClr val="142D31"/>
                          </a:solidFill>
                          <a:latin typeface="Bitstream Charter"/>
                          <a:ea typeface="Bitstream Charter"/>
                          <a:cs typeface="Bitstream Charter"/>
                        </a:rPr>
                        <a:t>No</a:t>
                      </a:r>
                    </a:p>
                  </a:txBody>
                  <a:tcPr marL="91440" marR="91440" marT="45720" marB="45720" anchor="ctr">
                    <a:lnR w="9525">
                      <a:solidFill>
                        <a:srgbClr val="D8DFDC"/>
                      </a:solidFill>
                      <a:prstDash val="solid"/>
                    </a:lnR>
                    <a:lnB w="9525">
                      <a:solidFill>
                        <a:srgbClr val="D8DFDC"/>
                      </a:solidFill>
                      <a:prstDash val="solid"/>
                    </a:lnB>
                    <a:solidFill>
                      <a:srgbClr val="F6F5F0"/>
                    </a:solidFill>
                  </a:tcPr>
                </a:tc>
              </a:tr>
              <a:tr h="530679">
                <a:tc>
                  <a:txBody>
                    <a:bodyPr lIns="152400" tIns="95250" rIns="114300" bIns="95250"/>
                    <a:lstStyle/>
                    <a:p>
                      <a:r>
                        <a:rPr sz="1875" b="0">
                          <a:solidFill>
                            <a:srgbClr val="142D31"/>
                          </a:solidFill>
                          <a:latin typeface="Bitstream Charter"/>
                          <a:ea typeface="Bitstream Charter"/>
                          <a:cs typeface="Bitstream Charter"/>
                        </a:rPr>
                        <a:t>23:00</a:t>
                      </a:r>
                    </a:p>
                  </a:txBody>
                  <a:tcPr marL="91440" marR="91440" marT="45720" marB="45720" anchor="ctr">
                    <a:lnL w="9525">
                      <a:solidFill>
                        <a:srgbClr val="D8DFDC"/>
                      </a:solidFill>
                      <a:prstDash val="solid"/>
                    </a:lnL>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875" b="0">
                          <a:solidFill>
                            <a:srgbClr val="142D31"/>
                          </a:solidFill>
                          <a:latin typeface="Bitstream Charter"/>
                          <a:ea typeface="Bitstream Charter"/>
                          <a:cs typeface="Bitstream Charter"/>
                        </a:rPr>
                        <a:t>120.00</a:t>
                      </a:r>
                    </a:p>
                  </a:txBody>
                  <a:tcPr marL="91440" marR="91440" marT="45720" marB="45720" anchor="ctr">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875" b="0">
                          <a:solidFill>
                            <a:srgbClr val="142D31"/>
                          </a:solidFill>
                          <a:latin typeface="Bitstream Charter"/>
                          <a:ea typeface="Bitstream Charter"/>
                          <a:cs typeface="Bitstream Charter"/>
                        </a:rPr>
                        <a:t>Main grid</a:t>
                      </a:r>
                    </a:p>
                  </a:txBody>
                  <a:tcPr marL="91440" marR="91440" marT="45720" marB="45720" anchor="ctr">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875" b="0">
                          <a:solidFill>
                            <a:srgbClr val="142D31"/>
                          </a:solidFill>
                          <a:latin typeface="Bitstream Charter"/>
                          <a:ea typeface="Bitstream Charter"/>
                          <a:cs typeface="Bitstream Charter"/>
                        </a:rPr>
                        <a:t>No</a:t>
                      </a:r>
                    </a:p>
                  </a:txBody>
                  <a:tcPr marL="91440" marR="91440" marT="45720" marB="45720" anchor="ctr">
                    <a:lnR w="9525">
                      <a:solidFill>
                        <a:srgbClr val="D8DFDC"/>
                      </a:solidFill>
                      <a:prstDash val="solid"/>
                    </a:lnR>
                    <a:lnB w="9525">
                      <a:solidFill>
                        <a:srgbClr val="D8DFDC"/>
                      </a:solidFill>
                      <a:prstDash val="solid"/>
                    </a:lnB>
                    <a:solidFill>
                      <a:srgbClr val="F6F5F0"/>
                    </a:solidFill>
                  </a:tcPr>
                </a:tc>
              </a:tr>
              <a:tr h="530679">
                <a:tc>
                  <a:txBody>
                    <a:bodyPr lIns="152400" tIns="95250" rIns="114300" bIns="95250"/>
                    <a:lstStyle/>
                    <a:p>
                      <a:r>
                        <a:rPr sz="1875" b="0">
                          <a:solidFill>
                            <a:srgbClr val="142D31"/>
                          </a:solidFill>
                          <a:latin typeface="Bitstream Charter"/>
                          <a:ea typeface="Bitstream Charter"/>
                          <a:cs typeface="Bitstream Charter"/>
                        </a:rPr>
                        <a:t>23:00</a:t>
                      </a:r>
                    </a:p>
                  </a:txBody>
                  <a:tcPr marL="91440" marR="91440" marT="45720" marB="45720" anchor="ctr">
                    <a:lnL w="9525">
                      <a:solidFill>
                        <a:srgbClr val="D8DFDC"/>
                      </a:solidFill>
                      <a:prstDash val="solid"/>
                    </a:lnL>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875" b="0">
                          <a:solidFill>
                            <a:srgbClr val="142D31"/>
                          </a:solidFill>
                          <a:latin typeface="Bitstream Charter"/>
                          <a:ea typeface="Bitstream Charter"/>
                          <a:cs typeface="Bitstream Charter"/>
                        </a:rPr>
                        <a:t>200.00</a:t>
                      </a:r>
                    </a:p>
                  </a:txBody>
                  <a:tcPr marL="91440" marR="91440" marT="45720" marB="45720" anchor="ctr">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875" b="0">
                          <a:solidFill>
                            <a:srgbClr val="142D31"/>
                          </a:solidFill>
                          <a:latin typeface="Bitstream Charter"/>
                          <a:ea typeface="Bitstream Charter"/>
                          <a:cs typeface="Bitstream Charter"/>
                        </a:rPr>
                        <a:t>Renewable storage</a:t>
                      </a:r>
                    </a:p>
                  </a:txBody>
                  <a:tcPr marL="91440" marR="91440" marT="45720" marB="45720" anchor="ctr">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875" b="0">
                          <a:solidFill>
                            <a:srgbClr val="142D31"/>
                          </a:solidFill>
                          <a:latin typeface="Bitstream Charter"/>
                          <a:ea typeface="Bitstream Charter"/>
                          <a:cs typeface="Bitstream Charter"/>
                        </a:rPr>
                        <a:t>Yes</a:t>
                      </a:r>
                    </a:p>
                  </a:txBody>
                  <a:tcPr marL="91440" marR="91440" marT="45720" marB="45720" anchor="ctr">
                    <a:lnR w="9525">
                      <a:solidFill>
                        <a:srgbClr val="D8DFDC"/>
                      </a:solidFill>
                      <a:prstDash val="solid"/>
                    </a:lnR>
                    <a:lnB w="9525">
                      <a:solidFill>
                        <a:srgbClr val="D8DFDC"/>
                      </a:solidFill>
                      <a:prstDash val="solid"/>
                    </a:lnB>
                    <a:solidFill>
                      <a:srgbClr val="F6F5F0"/>
                    </a:solidFill>
                  </a:tcPr>
                </a:tc>
              </a:tr>
            </a:tbl>
          </a:graphicData>
        </a:graphic>
      </p:graphicFrame>
      <p:sp>
        <p:nvSpPr>
          <p:cNvPr id="4" name="">
            <a:extLst xmlns:a="http://schemas.openxmlformats.org/drawingml/2006/main">
              <a:ext uri="{FF2B5EF4-FFF2-40B4-BE49-F238E27FC236}">
                <a16:creationId xmlns:a16="http://schemas.microsoft.com/office/drawing/2014/main" id="{2C9F29C4-4EE2-4E9B-B6D3-CAC3990E3849}"/>
              </a:ext>
            </a:extLst>
          </p:cNvPr>
          <p:cNvSpPr>
            <a:spLocks xmlns:a="http://schemas.openxmlformats.org/drawingml/2006/main" noGrp="1"/>
          </p:cNvSpPr>
          <p:nvPr/>
        </p:nvSpPr>
        <p:spPr>
          <a:xfrm xmlns:a="http://schemas.openxmlformats.org/drawingml/2006/main">
            <a:off x="609600" y="57150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68B78"/>
                </a:solidFill>
                <a:latin typeface="Bitstream Charter"/>
                <a:ea typeface="Bitstream Charter"/>
                <a:cs typeface="Bitstream Charter"/>
              </a:defRPr>
            </a:defPPr>
            <a:lvl1pPr algn="l">
              <a:defRPr sz="2025" b="1">
                <a:solidFill>
                  <a:srgbClr val="168B78"/>
                </a:solidFill>
                <a:latin typeface="Bitstream Charter"/>
                <a:ea typeface="Bitstream Charter"/>
                <a:cs typeface="Bitstream Charter"/>
              </a:defRPr>
            </a:lvl1pPr>
            <a:lvl2pPr algn="l">
              <a:defRPr sz="2025" b="1">
                <a:solidFill>
                  <a:srgbClr val="168B78"/>
                </a:solidFill>
                <a:latin typeface="Bitstream Charter"/>
                <a:ea typeface="Bitstream Charter"/>
                <a:cs typeface="Bitstream Charter"/>
              </a:defRPr>
            </a:lvl2pPr>
            <a:lvl3pPr algn="l">
              <a:defRPr sz="2025" b="1">
                <a:solidFill>
                  <a:srgbClr val="168B78"/>
                </a:solidFill>
                <a:latin typeface="Bitstream Charter"/>
                <a:ea typeface="Bitstream Charter"/>
                <a:cs typeface="Bitstream Charter"/>
              </a:defRPr>
            </a:lvl3pPr>
            <a:lvl4pPr algn="l">
              <a:defRPr sz="2025" b="1">
                <a:solidFill>
                  <a:srgbClr val="168B78"/>
                </a:solidFill>
                <a:latin typeface="Bitstream Charter"/>
                <a:ea typeface="Bitstream Charter"/>
                <a:cs typeface="Bitstream Charter"/>
              </a:defRPr>
            </a:lvl4pPr>
            <a:lvl5pPr algn="l">
              <a:defRPr sz="2025" b="1">
                <a:solidFill>
                  <a:srgbClr val="168B78"/>
                </a:solidFill>
                <a:latin typeface="Bitstream Charter"/>
                <a:ea typeface="Bitstream Charter"/>
                <a:cs typeface="Bitstream Charter"/>
              </a:defRPr>
            </a:lvl5pPr>
            <a:lvl6pPr algn="l">
              <a:defRPr sz="2025" b="1">
                <a:solidFill>
                  <a:srgbClr val="168B78"/>
                </a:solidFill>
                <a:latin typeface="Bitstream Charter"/>
                <a:ea typeface="Bitstream Charter"/>
                <a:cs typeface="Bitstream Charter"/>
              </a:defRPr>
            </a:lvl6pPr>
            <a:lvl7pPr algn="l">
              <a:defRPr sz="2025" b="1">
                <a:solidFill>
                  <a:srgbClr val="168B78"/>
                </a:solidFill>
                <a:latin typeface="Bitstream Charter"/>
                <a:ea typeface="Bitstream Charter"/>
                <a:cs typeface="Bitstream Charter"/>
              </a:defRPr>
            </a:lvl7pPr>
            <a:lvl8pPr algn="l">
              <a:defRPr sz="2025" b="1">
                <a:solidFill>
                  <a:srgbClr val="168B78"/>
                </a:solidFill>
                <a:latin typeface="Bitstream Charter"/>
                <a:ea typeface="Bitstream Charter"/>
                <a:cs typeface="Bitstream Charter"/>
              </a:defRPr>
            </a:lvl8pPr>
            <a:lvl9pPr algn="l">
              <a:defRPr sz="2025" b="1">
                <a:solidFill>
                  <a:srgbClr val="168B78"/>
                </a:solidFill>
                <a:latin typeface="Bitstream Charter"/>
                <a:ea typeface="Bitstream Charter"/>
                <a:cs typeface="Bitstream Charter"/>
              </a:defRPr>
            </a:lvl9pPr>
          </a:lstStyle>
          <a:p xmlns:a="http://schemas.openxmlformats.org/drawingml/2006/main">
            <a:pPr algn="l">
              <a:defRPr sz="2025" b="1">
                <a:solidFill>
                  <a:srgbClr val="168B78"/>
                </a:solidFill>
                <a:latin typeface="Bitstream Charter"/>
                <a:ea typeface="Bitstream Charter"/>
                <a:cs typeface="Bitstream Charter"/>
              </a:defRPr>
            </a:pPr>
            <a:r>
              <a:rPr sz="2025" b="1">
                <a:solidFill>
                  <a:srgbClr val="168B78"/>
                </a:solidFill>
                <a:latin typeface="Bitstream Charter"/>
                <a:ea typeface="Bitstream Charter"/>
                <a:cs typeface="Bitstream Charter"/>
              </a:rPr>
              <a:t>Storage: demand &gt;160 kW OR hour 18–22 inclusive</a:t>
            </a:r>
          </a:p>
        </p:txBody>
      </p:sp>
      <p:sp>
        <p:nvSpPr>
          <p:cNvPr id="5" name="">
            <a:extLst xmlns:a="http://schemas.openxmlformats.org/drawingml/2006/main">
              <a:ext uri="{FF2B5EF4-FFF2-40B4-BE49-F238E27FC236}">
                <a16:creationId xmlns:a16="http://schemas.microsoft.com/office/drawing/2014/main" id="{3B9ABA16-D44C-4633-BBEE-68C176AE4D63}"/>
              </a:ext>
            </a:extLst>
          </p:cNvPr>
          <p:cNvSpPr>
            <a:spLocks xmlns:a="http://schemas.openxmlformats.org/drawingml/2006/main" noGrp="1"/>
          </p:cNvSpPr>
          <p:nvPr/>
        </p:nvSpPr>
        <p:spPr>
          <a:xfrm xmlns:a="http://schemas.openxmlformats.org/drawingml/2006/main">
            <a:off x="609600" y="6210300"/>
            <a:ext cx="1019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67074"/>
                </a:solidFill>
                <a:latin typeface="Bitstream Charter"/>
                <a:ea typeface="Bitstream Charter"/>
                <a:cs typeface="Bitstream Charter"/>
              </a:defRPr>
            </a:defPPr>
            <a:lvl1pPr algn="l">
              <a:defRPr sz="1275" b="0">
                <a:solidFill>
                  <a:srgbClr val="567074"/>
                </a:solidFill>
                <a:latin typeface="Bitstream Charter"/>
                <a:ea typeface="Bitstream Charter"/>
                <a:cs typeface="Bitstream Charter"/>
              </a:defRPr>
            </a:lvl1pPr>
            <a:lvl2pPr algn="l">
              <a:defRPr sz="1275" b="0">
                <a:solidFill>
                  <a:srgbClr val="567074"/>
                </a:solidFill>
                <a:latin typeface="Bitstream Charter"/>
                <a:ea typeface="Bitstream Charter"/>
                <a:cs typeface="Bitstream Charter"/>
              </a:defRPr>
            </a:lvl2pPr>
            <a:lvl3pPr algn="l">
              <a:defRPr sz="1275" b="0">
                <a:solidFill>
                  <a:srgbClr val="567074"/>
                </a:solidFill>
                <a:latin typeface="Bitstream Charter"/>
                <a:ea typeface="Bitstream Charter"/>
                <a:cs typeface="Bitstream Charter"/>
              </a:defRPr>
            </a:lvl3pPr>
            <a:lvl4pPr algn="l">
              <a:defRPr sz="1275" b="0">
                <a:solidFill>
                  <a:srgbClr val="567074"/>
                </a:solidFill>
                <a:latin typeface="Bitstream Charter"/>
                <a:ea typeface="Bitstream Charter"/>
                <a:cs typeface="Bitstream Charter"/>
              </a:defRPr>
            </a:lvl4pPr>
            <a:lvl5pPr algn="l">
              <a:defRPr sz="1275" b="0">
                <a:solidFill>
                  <a:srgbClr val="567074"/>
                </a:solidFill>
                <a:latin typeface="Bitstream Charter"/>
                <a:ea typeface="Bitstream Charter"/>
                <a:cs typeface="Bitstream Charter"/>
              </a:defRPr>
            </a:lvl5pPr>
            <a:lvl6pPr algn="l">
              <a:defRPr sz="1275" b="0">
                <a:solidFill>
                  <a:srgbClr val="567074"/>
                </a:solidFill>
                <a:latin typeface="Bitstream Charter"/>
                <a:ea typeface="Bitstream Charter"/>
                <a:cs typeface="Bitstream Charter"/>
              </a:defRPr>
            </a:lvl6pPr>
            <a:lvl7pPr algn="l">
              <a:defRPr sz="1275" b="0">
                <a:solidFill>
                  <a:srgbClr val="567074"/>
                </a:solidFill>
                <a:latin typeface="Bitstream Charter"/>
                <a:ea typeface="Bitstream Charter"/>
                <a:cs typeface="Bitstream Charter"/>
              </a:defRPr>
            </a:lvl7pPr>
            <a:lvl8pPr algn="l">
              <a:defRPr sz="1275" b="0">
                <a:solidFill>
                  <a:srgbClr val="567074"/>
                </a:solidFill>
                <a:latin typeface="Bitstream Charter"/>
                <a:ea typeface="Bitstream Charter"/>
                <a:cs typeface="Bitstream Charter"/>
              </a:defRPr>
            </a:lvl8pPr>
            <a:lvl9pPr algn="l">
              <a:defRPr sz="1275" b="0">
                <a:solidFill>
                  <a:srgbClr val="567074"/>
                </a:solidFill>
                <a:latin typeface="Bitstream Charter"/>
                <a:ea typeface="Bitstream Charter"/>
                <a:cs typeface="Bitstream Charter"/>
              </a:defRPr>
            </a:lvl9pPr>
          </a:lstStyle>
          <a:p xmlns:a="http://schemas.openxmlformats.org/drawingml/2006/main">
            <a:pPr algn="l">
              <a:defRPr sz="1275" b="0">
                <a:solidFill>
                  <a:srgbClr val="567074"/>
                </a:solidFill>
                <a:latin typeface="Bitstream Charter"/>
                <a:ea typeface="Bitstream Charter"/>
                <a:cs typeface="Bitstream Charter"/>
              </a:defRPr>
            </a:pPr>
            <a:r>
              <a:rPr sz="1275" b="0">
                <a:solidFill>
                  <a:srgbClr val="567074"/>
                </a:solidFill>
                <a:latin typeface="Bitstream Charter"/>
                <a:ea typeface="Bitstream Charter"/>
                <a:cs typeface="Bitstream Charter"/>
              </a:rPr>
              <a:t>Overload: demand ≥200 kW, independently. The controller uses unrounded predictions.</a:t>
            </a:r>
          </a:p>
        </p:txBody>
      </p:sp>
    </p:spTree>
    <p:extLst>
      <p:ext uri="{BB962C8B-B14F-4D97-AF65-F5344CB8AC3E}">
        <p14:creationId xmlns:p14="http://schemas.microsoft.com/office/powerpoint/2010/main" val="740811775"/>
      </p:ext>
    </p:extLst>
  </p:cSld>
</p:sld>
</file>

<file path=ppt/slides/slide8.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196846-7881-4908-AB0D-D42784D51E1D}"/>
              </a:ext>
            </a:extLst>
          </p:cNvPr>
          <p:cNvSpPr>
            <a:spLocks xmlns:a="http://schemas.openxmlformats.org/drawingml/2006/main" noGrp="1"/>
          </p:cNvSpPr>
          <p:nvPr/>
        </p:nvSpPr>
        <p:spPr>
          <a:xfrm xmlns:a="http://schemas.openxmlformats.org/drawingml/2006/main">
            <a:off x="609600" y="457200"/>
            <a:ext cx="10953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42D31"/>
                </a:solidFill>
                <a:latin typeface="Bitstream Charter"/>
                <a:ea typeface="Bitstream Charter"/>
                <a:cs typeface="Bitstream Charter"/>
              </a:defRPr>
            </a:defPPr>
            <a:lvl1pPr algn="l">
              <a:defRPr sz="3450" b="1">
                <a:solidFill>
                  <a:srgbClr val="142D31"/>
                </a:solidFill>
                <a:latin typeface="Bitstream Charter"/>
                <a:ea typeface="Bitstream Charter"/>
                <a:cs typeface="Bitstream Charter"/>
              </a:defRPr>
            </a:lvl1pPr>
            <a:lvl2pPr algn="l">
              <a:defRPr sz="3450" b="1">
                <a:solidFill>
                  <a:srgbClr val="142D31"/>
                </a:solidFill>
                <a:latin typeface="Bitstream Charter"/>
                <a:ea typeface="Bitstream Charter"/>
                <a:cs typeface="Bitstream Charter"/>
              </a:defRPr>
            </a:lvl2pPr>
            <a:lvl3pPr algn="l">
              <a:defRPr sz="3450" b="1">
                <a:solidFill>
                  <a:srgbClr val="142D31"/>
                </a:solidFill>
                <a:latin typeface="Bitstream Charter"/>
                <a:ea typeface="Bitstream Charter"/>
                <a:cs typeface="Bitstream Charter"/>
              </a:defRPr>
            </a:lvl3pPr>
            <a:lvl4pPr algn="l">
              <a:defRPr sz="3450" b="1">
                <a:solidFill>
                  <a:srgbClr val="142D31"/>
                </a:solidFill>
                <a:latin typeface="Bitstream Charter"/>
                <a:ea typeface="Bitstream Charter"/>
                <a:cs typeface="Bitstream Charter"/>
              </a:defRPr>
            </a:lvl4pPr>
            <a:lvl5pPr algn="l">
              <a:defRPr sz="3450" b="1">
                <a:solidFill>
                  <a:srgbClr val="142D31"/>
                </a:solidFill>
                <a:latin typeface="Bitstream Charter"/>
                <a:ea typeface="Bitstream Charter"/>
                <a:cs typeface="Bitstream Charter"/>
              </a:defRPr>
            </a:lvl5pPr>
            <a:lvl6pPr algn="l">
              <a:defRPr sz="3450" b="1">
                <a:solidFill>
                  <a:srgbClr val="142D31"/>
                </a:solidFill>
                <a:latin typeface="Bitstream Charter"/>
                <a:ea typeface="Bitstream Charter"/>
                <a:cs typeface="Bitstream Charter"/>
              </a:defRPr>
            </a:lvl6pPr>
            <a:lvl7pPr algn="l">
              <a:defRPr sz="3450" b="1">
                <a:solidFill>
                  <a:srgbClr val="142D31"/>
                </a:solidFill>
                <a:latin typeface="Bitstream Charter"/>
                <a:ea typeface="Bitstream Charter"/>
                <a:cs typeface="Bitstream Charter"/>
              </a:defRPr>
            </a:lvl7pPr>
            <a:lvl8pPr algn="l">
              <a:defRPr sz="3450" b="1">
                <a:solidFill>
                  <a:srgbClr val="142D31"/>
                </a:solidFill>
                <a:latin typeface="Bitstream Charter"/>
                <a:ea typeface="Bitstream Charter"/>
                <a:cs typeface="Bitstream Charter"/>
              </a:defRPr>
            </a:lvl8pPr>
            <a:lvl9pPr algn="l">
              <a:defRPr sz="3450" b="1">
                <a:solidFill>
                  <a:srgbClr val="142D31"/>
                </a:solidFill>
                <a:latin typeface="Bitstream Charter"/>
                <a:ea typeface="Bitstream Charter"/>
                <a:cs typeface="Bitstream Charter"/>
              </a:defRPr>
            </a:lvl9pPr>
          </a:lstStyle>
          <a:p xmlns:a="http://schemas.openxmlformats.org/drawingml/2006/main">
            <a:pPr algn="l">
              <a:defRPr sz="3450" b="1">
                <a:solidFill>
                  <a:srgbClr val="142D31"/>
                </a:solidFill>
                <a:latin typeface="Bitstream Charter"/>
                <a:ea typeface="Bitstream Charter"/>
                <a:cs typeface="Bitstream Charter"/>
              </a:defRPr>
            </a:pPr>
            <a:r>
              <a:rPr sz="3450" b="1">
                <a:solidFill>
                  <a:srgbClr val="142D31"/>
                </a:solidFill>
                <a:latin typeface="Bitstream Charter"/>
                <a:ea typeface="Bitstream Charter"/>
                <a:cs typeface="Bitstream Charter"/>
              </a:rPr>
              <a:t>A storage signal still needs enough energy</a:t>
            </a:r>
          </a:p>
        </p:txBody>
      </p:sp>
      <p:sp>
        <p:nvSpPr>
          <p:cNvPr id="2" name="">
            <a:extLst xmlns:a="http://schemas.openxmlformats.org/drawingml/2006/main">
              <a:ext uri="{FF2B5EF4-FFF2-40B4-BE49-F238E27FC236}">
                <a16:creationId xmlns:a16="http://schemas.microsoft.com/office/drawing/2014/main" id="{990B11F8-50B9-400A-817A-CD64B0B18ABD}"/>
              </a:ext>
            </a:extLst>
          </p:cNvPr>
          <p:cNvSpPr>
            <a:spLocks xmlns:a="http://schemas.openxmlformats.org/drawingml/2006/main" noGrp="1"/>
          </p:cNvSpPr>
          <p:nvPr/>
        </p:nvSpPr>
        <p:spPr>
          <a:xfrm xmlns:a="http://schemas.openxmlformats.org/drawingml/2006/main">
            <a:off x="11096625" y="63817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7074"/>
                </a:solidFill>
                <a:latin typeface="Bitstream Charter"/>
                <a:ea typeface="Bitstream Charter"/>
                <a:cs typeface="Bitstream Charter"/>
              </a:defRPr>
            </a:defPPr>
            <a:lvl1pPr algn="r">
              <a:defRPr sz="1275" b="0">
                <a:solidFill>
                  <a:srgbClr val="567074"/>
                </a:solidFill>
                <a:latin typeface="Bitstream Charter"/>
                <a:ea typeface="Bitstream Charter"/>
                <a:cs typeface="Bitstream Charter"/>
              </a:defRPr>
            </a:lvl1pPr>
            <a:lvl2pPr algn="r">
              <a:defRPr sz="1275" b="0">
                <a:solidFill>
                  <a:srgbClr val="567074"/>
                </a:solidFill>
                <a:latin typeface="Bitstream Charter"/>
                <a:ea typeface="Bitstream Charter"/>
                <a:cs typeface="Bitstream Charter"/>
              </a:defRPr>
            </a:lvl2pPr>
            <a:lvl3pPr algn="r">
              <a:defRPr sz="1275" b="0">
                <a:solidFill>
                  <a:srgbClr val="567074"/>
                </a:solidFill>
                <a:latin typeface="Bitstream Charter"/>
                <a:ea typeface="Bitstream Charter"/>
                <a:cs typeface="Bitstream Charter"/>
              </a:defRPr>
            </a:lvl3pPr>
            <a:lvl4pPr algn="r">
              <a:defRPr sz="1275" b="0">
                <a:solidFill>
                  <a:srgbClr val="567074"/>
                </a:solidFill>
                <a:latin typeface="Bitstream Charter"/>
                <a:ea typeface="Bitstream Charter"/>
                <a:cs typeface="Bitstream Charter"/>
              </a:defRPr>
            </a:lvl4pPr>
            <a:lvl5pPr algn="r">
              <a:defRPr sz="1275" b="0">
                <a:solidFill>
                  <a:srgbClr val="567074"/>
                </a:solidFill>
                <a:latin typeface="Bitstream Charter"/>
                <a:ea typeface="Bitstream Charter"/>
                <a:cs typeface="Bitstream Charter"/>
              </a:defRPr>
            </a:lvl5pPr>
            <a:lvl6pPr algn="r">
              <a:defRPr sz="1275" b="0">
                <a:solidFill>
                  <a:srgbClr val="567074"/>
                </a:solidFill>
                <a:latin typeface="Bitstream Charter"/>
                <a:ea typeface="Bitstream Charter"/>
                <a:cs typeface="Bitstream Charter"/>
              </a:defRPr>
            </a:lvl6pPr>
            <a:lvl7pPr algn="r">
              <a:defRPr sz="1275" b="0">
                <a:solidFill>
                  <a:srgbClr val="567074"/>
                </a:solidFill>
                <a:latin typeface="Bitstream Charter"/>
                <a:ea typeface="Bitstream Charter"/>
                <a:cs typeface="Bitstream Charter"/>
              </a:defRPr>
            </a:lvl7pPr>
            <a:lvl8pPr algn="r">
              <a:defRPr sz="1275" b="0">
                <a:solidFill>
                  <a:srgbClr val="567074"/>
                </a:solidFill>
                <a:latin typeface="Bitstream Charter"/>
                <a:ea typeface="Bitstream Charter"/>
                <a:cs typeface="Bitstream Charter"/>
              </a:defRPr>
            </a:lvl8pPr>
            <a:lvl9pPr algn="r">
              <a:defRPr sz="1275" b="0">
                <a:solidFill>
                  <a:srgbClr val="567074"/>
                </a:solidFill>
                <a:latin typeface="Bitstream Charter"/>
                <a:ea typeface="Bitstream Charter"/>
                <a:cs typeface="Bitstream Charter"/>
              </a:defRPr>
            </a:lvl9pPr>
          </a:lstStyle>
          <a:p xmlns:a="http://schemas.openxmlformats.org/drawingml/2006/main">
            <a:pPr algn="r">
              <a:defRPr sz="1275" b="0">
                <a:solidFill>
                  <a:srgbClr val="567074"/>
                </a:solidFill>
                <a:latin typeface="Bitstream Charter"/>
                <a:ea typeface="Bitstream Charter"/>
                <a:cs typeface="Bitstream Charter"/>
              </a:defRPr>
            </a:pPr>
            <a:r>
              <a:rPr sz="1275" b="0">
                <a:solidFill>
                  <a:srgbClr val="567074"/>
                </a:solidFill>
                <a:latin typeface="Bitstream Charter"/>
                <a:ea typeface="Bitstream Charter"/>
                <a:cs typeface="Bitstream Charter"/>
              </a:rPr>
              <a:t>08</a:t>
            </a:r>
          </a:p>
        </p:txBody>
      </p:sp>
      <p:graphicFrame>
        <p:nvGraphicFramePr>
          <p:cNvPr id="3" name="Chart">
            <a:extLst xmlns:a="http://schemas.openxmlformats.org/drawingml/2006/main">
              <a:ext uri="{FF2B5EF4-FFF2-40B4-BE49-F238E27FC236}">
                <a16:creationId xmlns:a16="http://schemas.microsoft.com/office/drawing/2014/main" id="{F2CFC6A7-7836-4A99-8121-A0554D3485B3}"/>
              </a:ext>
            </a:extLst>
          </p:cNvPr>
          <p:cNvGraphicFramePr/>
          <p:nvPr/>
        </p:nvGraphicFramePr>
        <p:xfrm>
          <a:off xmlns:a="http://schemas.openxmlformats.org/drawingml/2006/main" x="609600" y="1905000"/>
          <a:ext xmlns:a="http://schemas.openxmlformats.org/drawingml/2006/main" cx="8239125" cy="3762375"/>
        </p:xfrm>
        <a:graphic xmlns:a="http://schemas.openxmlformats.org/drawingml/2006/main">
          <a:graphicData uri="http://schemas.openxmlformats.org/drawingml/2006/chart">
            <c:chart xmlns:r="http://schemas.openxmlformats.org/officeDocument/2006/relationships" xmlns:c="http://schemas.openxmlformats.org/drawingml/2006/chart" r:id="Rc51a1683ac2149e3"/>
          </a:graphicData>
        </a:graphic>
      </p:graphicFrame>
      <p:sp>
        <p:nvSpPr>
          <p:cNvPr id="4" name="">
            <a:extLst xmlns:a="http://schemas.openxmlformats.org/drawingml/2006/main">
              <a:ext uri="{FF2B5EF4-FFF2-40B4-BE49-F238E27FC236}">
                <a16:creationId xmlns:a16="http://schemas.microsoft.com/office/drawing/2014/main" id="{95559D26-6977-4FB9-B160-C9F7B93CB834}"/>
              </a:ext>
            </a:extLst>
          </p:cNvPr>
          <p:cNvSpPr>
            <a:spLocks xmlns:a="http://schemas.openxmlformats.org/drawingml/2006/main" noGrp="1"/>
          </p:cNvSpPr>
          <p:nvPr/>
        </p:nvSpPr>
        <p:spPr>
          <a:xfrm xmlns:a="http://schemas.openxmlformats.org/drawingml/2006/main">
            <a:off x="9401175" y="2047875"/>
            <a:ext cx="2333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142D31"/>
                </a:solidFill>
                <a:latin typeface="Bitstream Charter"/>
                <a:ea typeface="Bitstream Charter"/>
                <a:cs typeface="Bitstream Charter"/>
              </a:defRPr>
            </a:defPPr>
            <a:lvl1pPr algn="l">
              <a:defRPr sz="2775" b="1">
                <a:solidFill>
                  <a:srgbClr val="142D31"/>
                </a:solidFill>
                <a:latin typeface="Bitstream Charter"/>
                <a:ea typeface="Bitstream Charter"/>
                <a:cs typeface="Bitstream Charter"/>
              </a:defRPr>
            </a:lvl1pPr>
            <a:lvl2pPr algn="l">
              <a:defRPr sz="2775" b="1">
                <a:solidFill>
                  <a:srgbClr val="142D31"/>
                </a:solidFill>
                <a:latin typeface="Bitstream Charter"/>
                <a:ea typeface="Bitstream Charter"/>
                <a:cs typeface="Bitstream Charter"/>
              </a:defRPr>
            </a:lvl2pPr>
            <a:lvl3pPr algn="l">
              <a:defRPr sz="2775" b="1">
                <a:solidFill>
                  <a:srgbClr val="142D31"/>
                </a:solidFill>
                <a:latin typeface="Bitstream Charter"/>
                <a:ea typeface="Bitstream Charter"/>
                <a:cs typeface="Bitstream Charter"/>
              </a:defRPr>
            </a:lvl3pPr>
            <a:lvl4pPr algn="l">
              <a:defRPr sz="2775" b="1">
                <a:solidFill>
                  <a:srgbClr val="142D31"/>
                </a:solidFill>
                <a:latin typeface="Bitstream Charter"/>
                <a:ea typeface="Bitstream Charter"/>
                <a:cs typeface="Bitstream Charter"/>
              </a:defRPr>
            </a:lvl4pPr>
            <a:lvl5pPr algn="l">
              <a:defRPr sz="2775" b="1">
                <a:solidFill>
                  <a:srgbClr val="142D31"/>
                </a:solidFill>
                <a:latin typeface="Bitstream Charter"/>
                <a:ea typeface="Bitstream Charter"/>
                <a:cs typeface="Bitstream Charter"/>
              </a:defRPr>
            </a:lvl5pPr>
            <a:lvl6pPr algn="l">
              <a:defRPr sz="2775" b="1">
                <a:solidFill>
                  <a:srgbClr val="142D31"/>
                </a:solidFill>
                <a:latin typeface="Bitstream Charter"/>
                <a:ea typeface="Bitstream Charter"/>
                <a:cs typeface="Bitstream Charter"/>
              </a:defRPr>
            </a:lvl6pPr>
            <a:lvl7pPr algn="l">
              <a:defRPr sz="2775" b="1">
                <a:solidFill>
                  <a:srgbClr val="142D31"/>
                </a:solidFill>
                <a:latin typeface="Bitstream Charter"/>
                <a:ea typeface="Bitstream Charter"/>
                <a:cs typeface="Bitstream Charter"/>
              </a:defRPr>
            </a:lvl7pPr>
            <a:lvl8pPr algn="l">
              <a:defRPr sz="2775" b="1">
                <a:solidFill>
                  <a:srgbClr val="142D31"/>
                </a:solidFill>
                <a:latin typeface="Bitstream Charter"/>
                <a:ea typeface="Bitstream Charter"/>
                <a:cs typeface="Bitstream Charter"/>
              </a:defRPr>
            </a:lvl8pPr>
            <a:lvl9pPr algn="l">
              <a:defRPr sz="2775" b="1">
                <a:solidFill>
                  <a:srgbClr val="142D31"/>
                </a:solidFill>
                <a:latin typeface="Bitstream Charter"/>
                <a:ea typeface="Bitstream Charter"/>
                <a:cs typeface="Bitstream Charter"/>
              </a:defRPr>
            </a:lvl9pPr>
          </a:lstStyle>
          <a:p xmlns:a="http://schemas.openxmlformats.org/drawingml/2006/main">
            <a:pPr algn="l">
              <a:defRPr sz="2775" b="1">
                <a:solidFill>
                  <a:srgbClr val="142D31"/>
                </a:solidFill>
                <a:latin typeface="Bitstream Charter"/>
                <a:ea typeface="Bitstream Charter"/>
                <a:cs typeface="Bitstream Charter"/>
              </a:defRPr>
            </a:pPr>
            <a:r>
              <a:rPr sz="2775" b="1">
                <a:solidFill>
                  <a:srgbClr val="142D31"/>
                </a:solidFill>
                <a:latin typeface="Bitstream Charter"/>
                <a:ea typeface="Bitstream Charter"/>
                <a:cs typeface="Bitstream Charter"/>
              </a:rPr>
              <a:t>2,000 kWh</a:t>
            </a:r>
          </a:p>
        </p:txBody>
      </p:sp>
      <p:sp>
        <p:nvSpPr>
          <p:cNvPr id="5" name="">
            <a:extLst xmlns:a="http://schemas.openxmlformats.org/drawingml/2006/main">
              <a:ext uri="{FF2B5EF4-FFF2-40B4-BE49-F238E27FC236}">
                <a16:creationId xmlns:a16="http://schemas.microsoft.com/office/drawing/2014/main" id="{8A07FA3F-F896-488B-88C7-9B00375C30D2}"/>
              </a:ext>
            </a:extLst>
          </p:cNvPr>
          <p:cNvSpPr>
            <a:spLocks xmlns:a="http://schemas.openxmlformats.org/drawingml/2006/main" noGrp="1"/>
          </p:cNvSpPr>
          <p:nvPr/>
        </p:nvSpPr>
        <p:spPr>
          <a:xfrm xmlns:a="http://schemas.openxmlformats.org/drawingml/2006/main">
            <a:off x="9401175" y="2647950"/>
            <a:ext cx="2333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67074"/>
                </a:solidFill>
                <a:latin typeface="Bitstream Charter"/>
                <a:ea typeface="Bitstream Charter"/>
                <a:cs typeface="Bitstream Charter"/>
              </a:defRPr>
            </a:defPPr>
            <a:lvl1pPr algn="l">
              <a:defRPr sz="1800" b="0">
                <a:solidFill>
                  <a:srgbClr val="567074"/>
                </a:solidFill>
                <a:latin typeface="Bitstream Charter"/>
                <a:ea typeface="Bitstream Charter"/>
                <a:cs typeface="Bitstream Charter"/>
              </a:defRPr>
            </a:lvl1pPr>
            <a:lvl2pPr algn="l">
              <a:defRPr sz="1800" b="0">
                <a:solidFill>
                  <a:srgbClr val="567074"/>
                </a:solidFill>
                <a:latin typeface="Bitstream Charter"/>
                <a:ea typeface="Bitstream Charter"/>
                <a:cs typeface="Bitstream Charter"/>
              </a:defRPr>
            </a:lvl2pPr>
            <a:lvl3pPr algn="l">
              <a:defRPr sz="1800" b="0">
                <a:solidFill>
                  <a:srgbClr val="567074"/>
                </a:solidFill>
                <a:latin typeface="Bitstream Charter"/>
                <a:ea typeface="Bitstream Charter"/>
                <a:cs typeface="Bitstream Charter"/>
              </a:defRPr>
            </a:lvl3pPr>
            <a:lvl4pPr algn="l">
              <a:defRPr sz="1800" b="0">
                <a:solidFill>
                  <a:srgbClr val="567074"/>
                </a:solidFill>
                <a:latin typeface="Bitstream Charter"/>
                <a:ea typeface="Bitstream Charter"/>
                <a:cs typeface="Bitstream Charter"/>
              </a:defRPr>
            </a:lvl4pPr>
            <a:lvl5pPr algn="l">
              <a:defRPr sz="1800" b="0">
                <a:solidFill>
                  <a:srgbClr val="567074"/>
                </a:solidFill>
                <a:latin typeface="Bitstream Charter"/>
                <a:ea typeface="Bitstream Charter"/>
                <a:cs typeface="Bitstream Charter"/>
              </a:defRPr>
            </a:lvl5pPr>
            <a:lvl6pPr algn="l">
              <a:defRPr sz="1800" b="0">
                <a:solidFill>
                  <a:srgbClr val="567074"/>
                </a:solidFill>
                <a:latin typeface="Bitstream Charter"/>
                <a:ea typeface="Bitstream Charter"/>
                <a:cs typeface="Bitstream Charter"/>
              </a:defRPr>
            </a:lvl6pPr>
            <a:lvl7pPr algn="l">
              <a:defRPr sz="1800" b="0">
                <a:solidFill>
                  <a:srgbClr val="567074"/>
                </a:solidFill>
                <a:latin typeface="Bitstream Charter"/>
                <a:ea typeface="Bitstream Charter"/>
                <a:cs typeface="Bitstream Charter"/>
              </a:defRPr>
            </a:lvl7pPr>
            <a:lvl8pPr algn="l">
              <a:defRPr sz="1800" b="0">
                <a:solidFill>
                  <a:srgbClr val="567074"/>
                </a:solidFill>
                <a:latin typeface="Bitstream Charter"/>
                <a:ea typeface="Bitstream Charter"/>
                <a:cs typeface="Bitstream Charter"/>
              </a:defRPr>
            </a:lvl8pPr>
            <a:lvl9pPr algn="l">
              <a:defRPr sz="1800" b="0">
                <a:solidFill>
                  <a:srgbClr val="567074"/>
                </a:solidFill>
                <a:latin typeface="Bitstream Charter"/>
                <a:ea typeface="Bitstream Charter"/>
                <a:cs typeface="Bitstream Charter"/>
              </a:defRPr>
            </a:lvl9pPr>
          </a:lstStyle>
          <a:p xmlns:a="http://schemas.openxmlformats.org/drawingml/2006/main">
            <a:pPr algn="l">
              <a:defRPr sz="1800" b="0">
                <a:solidFill>
                  <a:srgbClr val="567074"/>
                </a:solidFill>
                <a:latin typeface="Bitstream Charter"/>
                <a:ea typeface="Bitstream Charter"/>
                <a:cs typeface="Bitstream Charter"/>
              </a:defRPr>
            </a:pPr>
            <a:r>
              <a:rPr sz="1800" b="0">
                <a:solidFill>
                  <a:srgbClr val="567074"/>
                </a:solidFill>
                <a:latin typeface="Bitstream Charter"/>
                <a:ea typeface="Bitstream Charter"/>
                <a:cs typeface="Bitstream Charter"/>
              </a:rPr>
              <a:t>Default capacity</a:t>
            </a:r>
          </a:p>
        </p:txBody>
      </p:sp>
      <p:sp>
        <p:nvSpPr>
          <p:cNvPr id="6" name="">
            <a:extLst xmlns:a="http://schemas.openxmlformats.org/drawingml/2006/main">
              <a:ext uri="{FF2B5EF4-FFF2-40B4-BE49-F238E27FC236}">
                <a16:creationId xmlns:a16="http://schemas.microsoft.com/office/drawing/2014/main" id="{5F185005-6CC6-4CFB-854B-70B19BEAD797}"/>
              </a:ext>
            </a:extLst>
          </p:cNvPr>
          <p:cNvSpPr>
            <a:spLocks xmlns:a="http://schemas.openxmlformats.org/drawingml/2006/main" noGrp="1"/>
          </p:cNvSpPr>
          <p:nvPr/>
        </p:nvSpPr>
        <p:spPr>
          <a:xfrm xmlns:a="http://schemas.openxmlformats.org/drawingml/2006/main">
            <a:off x="9401175" y="3476625"/>
            <a:ext cx="2333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BB5B52"/>
                </a:solidFill>
                <a:latin typeface="Bitstream Charter"/>
                <a:ea typeface="Bitstream Charter"/>
                <a:cs typeface="Bitstream Charter"/>
              </a:defRPr>
            </a:defPPr>
            <a:lvl1pPr algn="l">
              <a:defRPr sz="2775" b="1">
                <a:solidFill>
                  <a:srgbClr val="BB5B52"/>
                </a:solidFill>
                <a:latin typeface="Bitstream Charter"/>
                <a:ea typeface="Bitstream Charter"/>
                <a:cs typeface="Bitstream Charter"/>
              </a:defRPr>
            </a:lvl1pPr>
            <a:lvl2pPr algn="l">
              <a:defRPr sz="2775" b="1">
                <a:solidFill>
                  <a:srgbClr val="BB5B52"/>
                </a:solidFill>
                <a:latin typeface="Bitstream Charter"/>
                <a:ea typeface="Bitstream Charter"/>
                <a:cs typeface="Bitstream Charter"/>
              </a:defRPr>
            </a:lvl2pPr>
            <a:lvl3pPr algn="l">
              <a:defRPr sz="2775" b="1">
                <a:solidFill>
                  <a:srgbClr val="BB5B52"/>
                </a:solidFill>
                <a:latin typeface="Bitstream Charter"/>
                <a:ea typeface="Bitstream Charter"/>
                <a:cs typeface="Bitstream Charter"/>
              </a:defRPr>
            </a:lvl3pPr>
            <a:lvl4pPr algn="l">
              <a:defRPr sz="2775" b="1">
                <a:solidFill>
                  <a:srgbClr val="BB5B52"/>
                </a:solidFill>
                <a:latin typeface="Bitstream Charter"/>
                <a:ea typeface="Bitstream Charter"/>
                <a:cs typeface="Bitstream Charter"/>
              </a:defRPr>
            </a:lvl4pPr>
            <a:lvl5pPr algn="l">
              <a:defRPr sz="2775" b="1">
                <a:solidFill>
                  <a:srgbClr val="BB5B52"/>
                </a:solidFill>
                <a:latin typeface="Bitstream Charter"/>
                <a:ea typeface="Bitstream Charter"/>
                <a:cs typeface="Bitstream Charter"/>
              </a:defRPr>
            </a:lvl5pPr>
            <a:lvl6pPr algn="l">
              <a:defRPr sz="2775" b="1">
                <a:solidFill>
                  <a:srgbClr val="BB5B52"/>
                </a:solidFill>
                <a:latin typeface="Bitstream Charter"/>
                <a:ea typeface="Bitstream Charter"/>
                <a:cs typeface="Bitstream Charter"/>
              </a:defRPr>
            </a:lvl6pPr>
            <a:lvl7pPr algn="l">
              <a:defRPr sz="2775" b="1">
                <a:solidFill>
                  <a:srgbClr val="BB5B52"/>
                </a:solidFill>
                <a:latin typeface="Bitstream Charter"/>
                <a:ea typeface="Bitstream Charter"/>
                <a:cs typeface="Bitstream Charter"/>
              </a:defRPr>
            </a:lvl7pPr>
            <a:lvl8pPr algn="l">
              <a:defRPr sz="2775" b="1">
                <a:solidFill>
                  <a:srgbClr val="BB5B52"/>
                </a:solidFill>
                <a:latin typeface="Bitstream Charter"/>
                <a:ea typeface="Bitstream Charter"/>
                <a:cs typeface="Bitstream Charter"/>
              </a:defRPr>
            </a:lvl8pPr>
            <a:lvl9pPr algn="l">
              <a:defRPr sz="2775" b="1">
                <a:solidFill>
                  <a:srgbClr val="BB5B52"/>
                </a:solidFill>
                <a:latin typeface="Bitstream Charter"/>
                <a:ea typeface="Bitstream Charter"/>
                <a:cs typeface="Bitstream Charter"/>
              </a:defRPr>
            </a:lvl9pPr>
          </a:lstStyle>
          <a:p xmlns:a="http://schemas.openxmlformats.org/drawingml/2006/main">
            <a:pPr algn="l">
              <a:defRPr sz="2775" b="1">
                <a:solidFill>
                  <a:srgbClr val="BB5B52"/>
                </a:solidFill>
                <a:latin typeface="Bitstream Charter"/>
                <a:ea typeface="Bitstream Charter"/>
                <a:cs typeface="Bitstream Charter"/>
              </a:defRPr>
            </a:pPr>
            <a:r>
              <a:rPr sz="2775" b="1">
                <a:solidFill>
                  <a:srgbClr val="BB5B52"/>
                </a:solidFill>
                <a:latin typeface="Bitstream Charter"/>
                <a:ea typeface="Bitstream Charter"/>
                <a:cs typeface="Bitstream Charter"/>
              </a:rPr>
              <a:t>9 hours</a:t>
            </a:r>
          </a:p>
        </p:txBody>
      </p:sp>
      <p:sp>
        <p:nvSpPr>
          <p:cNvPr id="7" name="">
            <a:extLst xmlns:a="http://schemas.openxmlformats.org/drawingml/2006/main">
              <a:ext uri="{FF2B5EF4-FFF2-40B4-BE49-F238E27FC236}">
                <a16:creationId xmlns:a16="http://schemas.microsoft.com/office/drawing/2014/main" id="{09E3043F-E95C-4018-BA0A-737F055247DB}"/>
              </a:ext>
            </a:extLst>
          </p:cNvPr>
          <p:cNvSpPr>
            <a:spLocks xmlns:a="http://schemas.openxmlformats.org/drawingml/2006/main" noGrp="1"/>
          </p:cNvSpPr>
          <p:nvPr/>
        </p:nvSpPr>
        <p:spPr>
          <a:xfrm xmlns:a="http://schemas.openxmlformats.org/drawingml/2006/main">
            <a:off x="9401175" y="4076700"/>
            <a:ext cx="23336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67074"/>
                </a:solidFill>
                <a:latin typeface="Bitstream Charter"/>
                <a:ea typeface="Bitstream Charter"/>
                <a:cs typeface="Bitstream Charter"/>
              </a:defRPr>
            </a:defPPr>
            <a:lvl1pPr algn="l">
              <a:defRPr sz="1800" b="0">
                <a:solidFill>
                  <a:srgbClr val="567074"/>
                </a:solidFill>
                <a:latin typeface="Bitstream Charter"/>
                <a:ea typeface="Bitstream Charter"/>
                <a:cs typeface="Bitstream Charter"/>
              </a:defRPr>
            </a:lvl1pPr>
            <a:lvl2pPr algn="l">
              <a:defRPr sz="1800" b="0">
                <a:solidFill>
                  <a:srgbClr val="567074"/>
                </a:solidFill>
                <a:latin typeface="Bitstream Charter"/>
                <a:ea typeface="Bitstream Charter"/>
                <a:cs typeface="Bitstream Charter"/>
              </a:defRPr>
            </a:lvl2pPr>
            <a:lvl3pPr algn="l">
              <a:defRPr sz="1800" b="0">
                <a:solidFill>
                  <a:srgbClr val="567074"/>
                </a:solidFill>
                <a:latin typeface="Bitstream Charter"/>
                <a:ea typeface="Bitstream Charter"/>
                <a:cs typeface="Bitstream Charter"/>
              </a:defRPr>
            </a:lvl3pPr>
            <a:lvl4pPr algn="l">
              <a:defRPr sz="1800" b="0">
                <a:solidFill>
                  <a:srgbClr val="567074"/>
                </a:solidFill>
                <a:latin typeface="Bitstream Charter"/>
                <a:ea typeface="Bitstream Charter"/>
                <a:cs typeface="Bitstream Charter"/>
              </a:defRPr>
            </a:lvl4pPr>
            <a:lvl5pPr algn="l">
              <a:defRPr sz="1800" b="0">
                <a:solidFill>
                  <a:srgbClr val="567074"/>
                </a:solidFill>
                <a:latin typeface="Bitstream Charter"/>
                <a:ea typeface="Bitstream Charter"/>
                <a:cs typeface="Bitstream Charter"/>
              </a:defRPr>
            </a:lvl5pPr>
            <a:lvl6pPr algn="l">
              <a:defRPr sz="1800" b="0">
                <a:solidFill>
                  <a:srgbClr val="567074"/>
                </a:solidFill>
                <a:latin typeface="Bitstream Charter"/>
                <a:ea typeface="Bitstream Charter"/>
                <a:cs typeface="Bitstream Charter"/>
              </a:defRPr>
            </a:lvl6pPr>
            <a:lvl7pPr algn="l">
              <a:defRPr sz="1800" b="0">
                <a:solidFill>
                  <a:srgbClr val="567074"/>
                </a:solidFill>
                <a:latin typeface="Bitstream Charter"/>
                <a:ea typeface="Bitstream Charter"/>
                <a:cs typeface="Bitstream Charter"/>
              </a:defRPr>
            </a:lvl7pPr>
            <a:lvl8pPr algn="l">
              <a:defRPr sz="1800" b="0">
                <a:solidFill>
                  <a:srgbClr val="567074"/>
                </a:solidFill>
                <a:latin typeface="Bitstream Charter"/>
                <a:ea typeface="Bitstream Charter"/>
                <a:cs typeface="Bitstream Charter"/>
              </a:defRPr>
            </a:lvl8pPr>
            <a:lvl9pPr algn="l">
              <a:defRPr sz="1800" b="0">
                <a:solidFill>
                  <a:srgbClr val="567074"/>
                </a:solidFill>
                <a:latin typeface="Bitstream Charter"/>
                <a:ea typeface="Bitstream Charter"/>
                <a:cs typeface="Bitstream Charter"/>
              </a:defRPr>
            </a:lvl9pPr>
          </a:lstStyle>
          <a:p xmlns:a="http://schemas.openxmlformats.org/drawingml/2006/main">
            <a:pPr algn="l">
              <a:defRPr sz="1800" b="0">
                <a:solidFill>
                  <a:srgbClr val="567074"/>
                </a:solidFill>
                <a:latin typeface="Bitstream Charter"/>
                <a:ea typeface="Bitstream Charter"/>
                <a:cs typeface="Bitstream Charter"/>
              </a:defRPr>
            </a:pPr>
            <a:r>
              <a:rPr sz="1800" b="0">
                <a:solidFill>
                  <a:srgbClr val="567074"/>
                </a:solidFill>
                <a:latin typeface="Bitstream Charter"/>
                <a:ea typeface="Bitstream Charter"/>
                <a:cs typeface="Bitstream Charter"/>
              </a:rPr>
              <a:t>Simulated shortfall</a:t>
            </a:r>
          </a:p>
        </p:txBody>
      </p:sp>
      <p:sp>
        <p:nvSpPr>
          <p:cNvPr id="8" name="">
            <a:extLst xmlns:a="http://schemas.openxmlformats.org/drawingml/2006/main">
              <a:ext uri="{FF2B5EF4-FFF2-40B4-BE49-F238E27FC236}">
                <a16:creationId xmlns:a16="http://schemas.microsoft.com/office/drawing/2014/main" id="{DD951D29-B0CE-4AF0-96C7-1A5D4A715251}"/>
              </a:ext>
            </a:extLst>
          </p:cNvPr>
          <p:cNvSpPr>
            <a:spLocks xmlns:a="http://schemas.openxmlformats.org/drawingml/2006/main" noGrp="1"/>
          </p:cNvSpPr>
          <p:nvPr/>
        </p:nvSpPr>
        <p:spPr>
          <a:xfrm xmlns:a="http://schemas.openxmlformats.org/drawingml/2006/main">
            <a:off x="609600" y="6210300"/>
            <a:ext cx="1019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67074"/>
                </a:solidFill>
                <a:latin typeface="Bitstream Charter"/>
                <a:ea typeface="Bitstream Charter"/>
                <a:cs typeface="Bitstream Charter"/>
              </a:defRPr>
            </a:defPPr>
            <a:lvl1pPr algn="l">
              <a:defRPr sz="1275" b="0">
                <a:solidFill>
                  <a:srgbClr val="567074"/>
                </a:solidFill>
                <a:latin typeface="Bitstream Charter"/>
                <a:ea typeface="Bitstream Charter"/>
                <a:cs typeface="Bitstream Charter"/>
              </a:defRPr>
            </a:lvl1pPr>
            <a:lvl2pPr algn="l">
              <a:defRPr sz="1275" b="0">
                <a:solidFill>
                  <a:srgbClr val="567074"/>
                </a:solidFill>
                <a:latin typeface="Bitstream Charter"/>
                <a:ea typeface="Bitstream Charter"/>
                <a:cs typeface="Bitstream Charter"/>
              </a:defRPr>
            </a:lvl2pPr>
            <a:lvl3pPr algn="l">
              <a:defRPr sz="1275" b="0">
                <a:solidFill>
                  <a:srgbClr val="567074"/>
                </a:solidFill>
                <a:latin typeface="Bitstream Charter"/>
                <a:ea typeface="Bitstream Charter"/>
                <a:cs typeface="Bitstream Charter"/>
              </a:defRPr>
            </a:lvl3pPr>
            <a:lvl4pPr algn="l">
              <a:defRPr sz="1275" b="0">
                <a:solidFill>
                  <a:srgbClr val="567074"/>
                </a:solidFill>
                <a:latin typeface="Bitstream Charter"/>
                <a:ea typeface="Bitstream Charter"/>
                <a:cs typeface="Bitstream Charter"/>
              </a:defRPr>
            </a:lvl4pPr>
            <a:lvl5pPr algn="l">
              <a:defRPr sz="1275" b="0">
                <a:solidFill>
                  <a:srgbClr val="567074"/>
                </a:solidFill>
                <a:latin typeface="Bitstream Charter"/>
                <a:ea typeface="Bitstream Charter"/>
                <a:cs typeface="Bitstream Charter"/>
              </a:defRPr>
            </a:lvl5pPr>
            <a:lvl6pPr algn="l">
              <a:defRPr sz="1275" b="0">
                <a:solidFill>
                  <a:srgbClr val="567074"/>
                </a:solidFill>
                <a:latin typeface="Bitstream Charter"/>
                <a:ea typeface="Bitstream Charter"/>
                <a:cs typeface="Bitstream Charter"/>
              </a:defRPr>
            </a:lvl6pPr>
            <a:lvl7pPr algn="l">
              <a:defRPr sz="1275" b="0">
                <a:solidFill>
                  <a:srgbClr val="567074"/>
                </a:solidFill>
                <a:latin typeface="Bitstream Charter"/>
                <a:ea typeface="Bitstream Charter"/>
                <a:cs typeface="Bitstream Charter"/>
              </a:defRPr>
            </a:lvl7pPr>
            <a:lvl8pPr algn="l">
              <a:defRPr sz="1275" b="0">
                <a:solidFill>
                  <a:srgbClr val="567074"/>
                </a:solidFill>
                <a:latin typeface="Bitstream Charter"/>
                <a:ea typeface="Bitstream Charter"/>
                <a:cs typeface="Bitstream Charter"/>
              </a:defRPr>
            </a:lvl8pPr>
            <a:lvl9pPr algn="l">
              <a:defRPr sz="1275" b="0">
                <a:solidFill>
                  <a:srgbClr val="567074"/>
                </a:solidFill>
                <a:latin typeface="Bitstream Charter"/>
                <a:ea typeface="Bitstream Charter"/>
                <a:cs typeface="Bitstream Charter"/>
              </a:defRPr>
            </a:lvl9pPr>
          </a:lstStyle>
          <a:p xmlns:a="http://schemas.openxmlformats.org/drawingml/2006/main">
            <a:pPr algn="l">
              <a:defRPr sz="1275" b="0">
                <a:solidFill>
                  <a:srgbClr val="567074"/>
                </a:solidFill>
                <a:latin typeface="Bitstream Charter"/>
                <a:ea typeface="Bitstream Charter"/>
                <a:cs typeface="Bitstream Charter"/>
              </a:defRPr>
            </a:pPr>
            <a:r>
              <a:rPr sz="1275" b="0">
                <a:solidFill>
                  <a:srgbClr val="567074"/>
                </a:solidFill>
                <a:latin typeface="Bitstream Charter"/>
                <a:ea typeface="Bitstream Charter"/>
                <a:cs typeface="Bitstream Charter"/>
              </a:rPr>
              <a:t>Illustrative PV and battery model. No electrical hardware is connected.</a:t>
            </a:r>
          </a:p>
        </p:txBody>
      </p:sp>
    </p:spTree>
    <p:extLst>
      <p:ext uri="{BB962C8B-B14F-4D97-AF65-F5344CB8AC3E}">
        <p14:creationId xmlns:p14="http://schemas.microsoft.com/office/powerpoint/2010/main" val="1879392403"/>
      </p:ext>
    </p:extLst>
  </p:cSld>
</p:sld>
</file>

<file path=ppt/slides/slide9.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72434C-49C6-476E-A645-21CBFD685823}"/>
              </a:ext>
            </a:extLst>
          </p:cNvPr>
          <p:cNvSpPr>
            <a:spLocks xmlns:a="http://schemas.openxmlformats.org/drawingml/2006/main" noGrp="1"/>
          </p:cNvSpPr>
          <p:nvPr/>
        </p:nvSpPr>
        <p:spPr>
          <a:xfrm xmlns:a="http://schemas.openxmlformats.org/drawingml/2006/main">
            <a:off x="609600" y="457200"/>
            <a:ext cx="10953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42D31"/>
                </a:solidFill>
                <a:latin typeface="Bitstream Charter"/>
                <a:ea typeface="Bitstream Charter"/>
                <a:cs typeface="Bitstream Charter"/>
              </a:defRPr>
            </a:defPPr>
            <a:lvl1pPr algn="l">
              <a:defRPr sz="3450" b="1">
                <a:solidFill>
                  <a:srgbClr val="142D31"/>
                </a:solidFill>
                <a:latin typeface="Bitstream Charter"/>
                <a:ea typeface="Bitstream Charter"/>
                <a:cs typeface="Bitstream Charter"/>
              </a:defRPr>
            </a:lvl1pPr>
            <a:lvl2pPr algn="l">
              <a:defRPr sz="3450" b="1">
                <a:solidFill>
                  <a:srgbClr val="142D31"/>
                </a:solidFill>
                <a:latin typeface="Bitstream Charter"/>
                <a:ea typeface="Bitstream Charter"/>
                <a:cs typeface="Bitstream Charter"/>
              </a:defRPr>
            </a:lvl2pPr>
            <a:lvl3pPr algn="l">
              <a:defRPr sz="3450" b="1">
                <a:solidFill>
                  <a:srgbClr val="142D31"/>
                </a:solidFill>
                <a:latin typeface="Bitstream Charter"/>
                <a:ea typeface="Bitstream Charter"/>
                <a:cs typeface="Bitstream Charter"/>
              </a:defRPr>
            </a:lvl3pPr>
            <a:lvl4pPr algn="l">
              <a:defRPr sz="3450" b="1">
                <a:solidFill>
                  <a:srgbClr val="142D31"/>
                </a:solidFill>
                <a:latin typeface="Bitstream Charter"/>
                <a:ea typeface="Bitstream Charter"/>
                <a:cs typeface="Bitstream Charter"/>
              </a:defRPr>
            </a:lvl4pPr>
            <a:lvl5pPr algn="l">
              <a:defRPr sz="3450" b="1">
                <a:solidFill>
                  <a:srgbClr val="142D31"/>
                </a:solidFill>
                <a:latin typeface="Bitstream Charter"/>
                <a:ea typeface="Bitstream Charter"/>
                <a:cs typeface="Bitstream Charter"/>
              </a:defRPr>
            </a:lvl5pPr>
            <a:lvl6pPr algn="l">
              <a:defRPr sz="3450" b="1">
                <a:solidFill>
                  <a:srgbClr val="142D31"/>
                </a:solidFill>
                <a:latin typeface="Bitstream Charter"/>
                <a:ea typeface="Bitstream Charter"/>
                <a:cs typeface="Bitstream Charter"/>
              </a:defRPr>
            </a:lvl6pPr>
            <a:lvl7pPr algn="l">
              <a:defRPr sz="3450" b="1">
                <a:solidFill>
                  <a:srgbClr val="142D31"/>
                </a:solidFill>
                <a:latin typeface="Bitstream Charter"/>
                <a:ea typeface="Bitstream Charter"/>
                <a:cs typeface="Bitstream Charter"/>
              </a:defRPr>
            </a:lvl7pPr>
            <a:lvl8pPr algn="l">
              <a:defRPr sz="3450" b="1">
                <a:solidFill>
                  <a:srgbClr val="142D31"/>
                </a:solidFill>
                <a:latin typeface="Bitstream Charter"/>
                <a:ea typeface="Bitstream Charter"/>
                <a:cs typeface="Bitstream Charter"/>
              </a:defRPr>
            </a:lvl8pPr>
            <a:lvl9pPr algn="l">
              <a:defRPr sz="3450" b="1">
                <a:solidFill>
                  <a:srgbClr val="142D31"/>
                </a:solidFill>
                <a:latin typeface="Bitstream Charter"/>
                <a:ea typeface="Bitstream Charter"/>
                <a:cs typeface="Bitstream Charter"/>
              </a:defRPr>
            </a:lvl9pPr>
          </a:lstStyle>
          <a:p xmlns:a="http://schemas.openxmlformats.org/drawingml/2006/main">
            <a:pPr algn="l">
              <a:defRPr sz="3450" b="1">
                <a:solidFill>
                  <a:srgbClr val="142D31"/>
                </a:solidFill>
                <a:latin typeface="Bitstream Charter"/>
                <a:ea typeface="Bitstream Charter"/>
                <a:cs typeface="Bitstream Charter"/>
              </a:defRPr>
            </a:pPr>
            <a:r>
              <a:rPr sz="3450" b="1">
                <a:solidFill>
                  <a:srgbClr val="142D31"/>
                </a:solidFill>
                <a:latin typeface="Bitstream Charter"/>
                <a:ea typeface="Bitstream Charter"/>
                <a:cs typeface="Bitstream Charter"/>
              </a:rPr>
              <a:t>An operator can inspect every hour</a:t>
            </a:r>
          </a:p>
        </p:txBody>
      </p:sp>
      <p:sp>
        <p:nvSpPr>
          <p:cNvPr id="2" name="">
            <a:extLst xmlns:a="http://schemas.openxmlformats.org/drawingml/2006/main">
              <a:ext uri="{FF2B5EF4-FFF2-40B4-BE49-F238E27FC236}">
                <a16:creationId xmlns:a16="http://schemas.microsoft.com/office/drawing/2014/main" id="{5E1D3580-358B-4B76-84C0-5A60B758B8A3}"/>
              </a:ext>
            </a:extLst>
          </p:cNvPr>
          <p:cNvSpPr>
            <a:spLocks xmlns:a="http://schemas.openxmlformats.org/drawingml/2006/main" noGrp="1"/>
          </p:cNvSpPr>
          <p:nvPr/>
        </p:nvSpPr>
        <p:spPr>
          <a:xfrm xmlns:a="http://schemas.openxmlformats.org/drawingml/2006/main">
            <a:off x="11096625" y="63817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7074"/>
                </a:solidFill>
                <a:latin typeface="Bitstream Charter"/>
                <a:ea typeface="Bitstream Charter"/>
                <a:cs typeface="Bitstream Charter"/>
              </a:defRPr>
            </a:defPPr>
            <a:lvl1pPr algn="r">
              <a:defRPr sz="1275" b="0">
                <a:solidFill>
                  <a:srgbClr val="567074"/>
                </a:solidFill>
                <a:latin typeface="Bitstream Charter"/>
                <a:ea typeface="Bitstream Charter"/>
                <a:cs typeface="Bitstream Charter"/>
              </a:defRPr>
            </a:lvl1pPr>
            <a:lvl2pPr algn="r">
              <a:defRPr sz="1275" b="0">
                <a:solidFill>
                  <a:srgbClr val="567074"/>
                </a:solidFill>
                <a:latin typeface="Bitstream Charter"/>
                <a:ea typeface="Bitstream Charter"/>
                <a:cs typeface="Bitstream Charter"/>
              </a:defRPr>
            </a:lvl2pPr>
            <a:lvl3pPr algn="r">
              <a:defRPr sz="1275" b="0">
                <a:solidFill>
                  <a:srgbClr val="567074"/>
                </a:solidFill>
                <a:latin typeface="Bitstream Charter"/>
                <a:ea typeface="Bitstream Charter"/>
                <a:cs typeface="Bitstream Charter"/>
              </a:defRPr>
            </a:lvl3pPr>
            <a:lvl4pPr algn="r">
              <a:defRPr sz="1275" b="0">
                <a:solidFill>
                  <a:srgbClr val="567074"/>
                </a:solidFill>
                <a:latin typeface="Bitstream Charter"/>
                <a:ea typeface="Bitstream Charter"/>
                <a:cs typeface="Bitstream Charter"/>
              </a:defRPr>
            </a:lvl4pPr>
            <a:lvl5pPr algn="r">
              <a:defRPr sz="1275" b="0">
                <a:solidFill>
                  <a:srgbClr val="567074"/>
                </a:solidFill>
                <a:latin typeface="Bitstream Charter"/>
                <a:ea typeface="Bitstream Charter"/>
                <a:cs typeface="Bitstream Charter"/>
              </a:defRPr>
            </a:lvl5pPr>
            <a:lvl6pPr algn="r">
              <a:defRPr sz="1275" b="0">
                <a:solidFill>
                  <a:srgbClr val="567074"/>
                </a:solidFill>
                <a:latin typeface="Bitstream Charter"/>
                <a:ea typeface="Bitstream Charter"/>
                <a:cs typeface="Bitstream Charter"/>
              </a:defRPr>
            </a:lvl6pPr>
            <a:lvl7pPr algn="r">
              <a:defRPr sz="1275" b="0">
                <a:solidFill>
                  <a:srgbClr val="567074"/>
                </a:solidFill>
                <a:latin typeface="Bitstream Charter"/>
                <a:ea typeface="Bitstream Charter"/>
                <a:cs typeface="Bitstream Charter"/>
              </a:defRPr>
            </a:lvl7pPr>
            <a:lvl8pPr algn="r">
              <a:defRPr sz="1275" b="0">
                <a:solidFill>
                  <a:srgbClr val="567074"/>
                </a:solidFill>
                <a:latin typeface="Bitstream Charter"/>
                <a:ea typeface="Bitstream Charter"/>
                <a:cs typeface="Bitstream Charter"/>
              </a:defRPr>
            </a:lvl8pPr>
            <a:lvl9pPr algn="r">
              <a:defRPr sz="1275" b="0">
                <a:solidFill>
                  <a:srgbClr val="567074"/>
                </a:solidFill>
                <a:latin typeface="Bitstream Charter"/>
                <a:ea typeface="Bitstream Charter"/>
                <a:cs typeface="Bitstream Charter"/>
              </a:defRPr>
            </a:lvl9pPr>
          </a:lstStyle>
          <a:p xmlns:a="http://schemas.openxmlformats.org/drawingml/2006/main">
            <a:pPr algn="r">
              <a:defRPr sz="1275" b="0">
                <a:solidFill>
                  <a:srgbClr val="567074"/>
                </a:solidFill>
                <a:latin typeface="Bitstream Charter"/>
                <a:ea typeface="Bitstream Charter"/>
                <a:cs typeface="Bitstream Charter"/>
              </a:defRPr>
            </a:pPr>
            <a:r>
              <a:rPr sz="1275" b="0">
                <a:solidFill>
                  <a:srgbClr val="567074"/>
                </a:solidFill>
                <a:latin typeface="Bitstream Charter"/>
                <a:ea typeface="Bitstream Charter"/>
                <a:cs typeface="Bitstream Charter"/>
              </a:rPr>
              <a:t>09</a:t>
            </a:r>
          </a:p>
        </p:txBody>
      </p:sp>
      <p:pic>
        <p:nvPicPr>
          <p:cNvPr id="3" name="">
            <a:extLst xmlns:a="http://schemas.openxmlformats.org/drawingml/2006/main">
              <a:ext uri="{FF2B5EF4-FFF2-40B4-BE49-F238E27FC236}">
                <a16:creationId xmlns:a16="http://schemas.microsoft.com/office/drawing/2014/main" id="{57B3AB8D-B252-4222-853D-53DD282E3E19}"/>
              </a:ext>
            </a:extLst>
          </p:cNvPr>
          <p:cNvPicPr>
            <a:picLocks xmlns:a="http://schemas.openxmlformats.org/drawingml/2006/main" noChangeAspect="1"/>
          </p:cNvPicPr>
          <p:nvPr/>
        </p:nvPicPr>
        <p:blipFill>
          <a:blip xmlns:r="http://schemas.openxmlformats.org/officeDocument/2006/relationships" xmlns:a="http://schemas.openxmlformats.org/drawingml/2006/main" r:embed="R4d30854580d94b09"/>
          <a:stretch xmlns:a="http://schemas.openxmlformats.org/drawingml/2006/main"/>
        </p:blipFill>
        <p:spPr>
          <a:xfrm xmlns:a="http://schemas.openxmlformats.org/drawingml/2006/main">
            <a:off x="626654" y="1638300"/>
            <a:ext cx="7071541" cy="4857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A110467-7F5C-4BDB-897D-579C419822C5}"/>
              </a:ext>
            </a:extLst>
          </p:cNvPr>
          <p:cNvSpPr>
            <a:spLocks xmlns:a="http://schemas.openxmlformats.org/drawingml/2006/main" noGrp="1"/>
          </p:cNvSpPr>
          <p:nvPr/>
        </p:nvSpPr>
        <p:spPr>
          <a:xfrm xmlns:a="http://schemas.openxmlformats.org/drawingml/2006/main">
            <a:off x="8267700" y="2038350"/>
            <a:ext cx="323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42D31"/>
                </a:solidFill>
                <a:latin typeface="Bitstream Charter"/>
                <a:ea typeface="Bitstream Charter"/>
                <a:cs typeface="Bitstream Charter"/>
              </a:defRPr>
            </a:defPPr>
            <a:lvl1pPr algn="l">
              <a:defRPr sz="2325" b="1">
                <a:solidFill>
                  <a:srgbClr val="142D31"/>
                </a:solidFill>
                <a:latin typeface="Bitstream Charter"/>
                <a:ea typeface="Bitstream Charter"/>
                <a:cs typeface="Bitstream Charter"/>
              </a:defRPr>
            </a:lvl1pPr>
            <a:lvl2pPr algn="l">
              <a:defRPr sz="2325" b="1">
                <a:solidFill>
                  <a:srgbClr val="142D31"/>
                </a:solidFill>
                <a:latin typeface="Bitstream Charter"/>
                <a:ea typeface="Bitstream Charter"/>
                <a:cs typeface="Bitstream Charter"/>
              </a:defRPr>
            </a:lvl2pPr>
            <a:lvl3pPr algn="l">
              <a:defRPr sz="2325" b="1">
                <a:solidFill>
                  <a:srgbClr val="142D31"/>
                </a:solidFill>
                <a:latin typeface="Bitstream Charter"/>
                <a:ea typeface="Bitstream Charter"/>
                <a:cs typeface="Bitstream Charter"/>
              </a:defRPr>
            </a:lvl3pPr>
            <a:lvl4pPr algn="l">
              <a:defRPr sz="2325" b="1">
                <a:solidFill>
                  <a:srgbClr val="142D31"/>
                </a:solidFill>
                <a:latin typeface="Bitstream Charter"/>
                <a:ea typeface="Bitstream Charter"/>
                <a:cs typeface="Bitstream Charter"/>
              </a:defRPr>
            </a:lvl4pPr>
            <a:lvl5pPr algn="l">
              <a:defRPr sz="2325" b="1">
                <a:solidFill>
                  <a:srgbClr val="142D31"/>
                </a:solidFill>
                <a:latin typeface="Bitstream Charter"/>
                <a:ea typeface="Bitstream Charter"/>
                <a:cs typeface="Bitstream Charter"/>
              </a:defRPr>
            </a:lvl5pPr>
            <a:lvl6pPr algn="l">
              <a:defRPr sz="2325" b="1">
                <a:solidFill>
                  <a:srgbClr val="142D31"/>
                </a:solidFill>
                <a:latin typeface="Bitstream Charter"/>
                <a:ea typeface="Bitstream Charter"/>
                <a:cs typeface="Bitstream Charter"/>
              </a:defRPr>
            </a:lvl6pPr>
            <a:lvl7pPr algn="l">
              <a:defRPr sz="2325" b="1">
                <a:solidFill>
                  <a:srgbClr val="142D31"/>
                </a:solidFill>
                <a:latin typeface="Bitstream Charter"/>
                <a:ea typeface="Bitstream Charter"/>
                <a:cs typeface="Bitstream Charter"/>
              </a:defRPr>
            </a:lvl7pPr>
            <a:lvl8pPr algn="l">
              <a:defRPr sz="2325" b="1">
                <a:solidFill>
                  <a:srgbClr val="142D31"/>
                </a:solidFill>
                <a:latin typeface="Bitstream Charter"/>
                <a:ea typeface="Bitstream Charter"/>
                <a:cs typeface="Bitstream Charter"/>
              </a:defRPr>
            </a:lvl8pPr>
            <a:lvl9pPr algn="l">
              <a:defRPr sz="2325" b="1">
                <a:solidFill>
                  <a:srgbClr val="142D31"/>
                </a:solidFill>
                <a:latin typeface="Bitstream Charter"/>
                <a:ea typeface="Bitstream Charter"/>
                <a:cs typeface="Bitstream Charter"/>
              </a:defRPr>
            </a:lvl9pPr>
          </a:lstStyle>
          <a:p xmlns:a="http://schemas.openxmlformats.org/drawingml/2006/main">
            <a:pPr algn="l">
              <a:defRPr sz="2325" b="1">
                <a:solidFill>
                  <a:srgbClr val="142D31"/>
                </a:solidFill>
                <a:latin typeface="Bitstream Charter"/>
                <a:ea typeface="Bitstream Charter"/>
                <a:cs typeface="Bitstream Charter"/>
              </a:defRPr>
            </a:pPr>
            <a:r>
              <a:rPr sz="2325" b="1">
                <a:solidFill>
                  <a:srgbClr val="142D31"/>
                </a:solidFill>
                <a:latin typeface="Bitstream Charter"/>
                <a:ea typeface="Bitstream Charter"/>
                <a:cs typeface="Bitstream Charter"/>
              </a:rPr>
              <a:t>Edit the weather</a:t>
            </a:r>
          </a:p>
        </p:txBody>
      </p:sp>
      <p:sp>
        <p:nvSpPr>
          <p:cNvPr id="5" name="">
            <a:extLst xmlns:a="http://schemas.openxmlformats.org/drawingml/2006/main">
              <a:ext uri="{FF2B5EF4-FFF2-40B4-BE49-F238E27FC236}">
                <a16:creationId xmlns:a16="http://schemas.microsoft.com/office/drawing/2014/main" id="{66DD6956-21CF-490F-B689-F3BFCD7A7C72}"/>
              </a:ext>
            </a:extLst>
          </p:cNvPr>
          <p:cNvSpPr>
            <a:spLocks xmlns:a="http://schemas.openxmlformats.org/drawingml/2006/main" noGrp="1"/>
          </p:cNvSpPr>
          <p:nvPr/>
        </p:nvSpPr>
        <p:spPr>
          <a:xfrm xmlns:a="http://schemas.openxmlformats.org/drawingml/2006/main">
            <a:off x="8267700" y="2686050"/>
            <a:ext cx="3238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67074"/>
                </a:solidFill>
                <a:latin typeface="Bitstream Charter"/>
                <a:ea typeface="Bitstream Charter"/>
                <a:cs typeface="Bitstream Charter"/>
              </a:defRPr>
            </a:defPPr>
            <a:lvl1pPr algn="l">
              <a:defRPr sz="2025" b="0">
                <a:solidFill>
                  <a:srgbClr val="567074"/>
                </a:solidFill>
                <a:latin typeface="Bitstream Charter"/>
                <a:ea typeface="Bitstream Charter"/>
                <a:cs typeface="Bitstream Charter"/>
              </a:defRPr>
            </a:lvl1pPr>
            <a:lvl2pPr algn="l">
              <a:defRPr sz="2025" b="0">
                <a:solidFill>
                  <a:srgbClr val="567074"/>
                </a:solidFill>
                <a:latin typeface="Bitstream Charter"/>
                <a:ea typeface="Bitstream Charter"/>
                <a:cs typeface="Bitstream Charter"/>
              </a:defRPr>
            </a:lvl2pPr>
            <a:lvl3pPr algn="l">
              <a:defRPr sz="2025" b="0">
                <a:solidFill>
                  <a:srgbClr val="567074"/>
                </a:solidFill>
                <a:latin typeface="Bitstream Charter"/>
                <a:ea typeface="Bitstream Charter"/>
                <a:cs typeface="Bitstream Charter"/>
              </a:defRPr>
            </a:lvl3pPr>
            <a:lvl4pPr algn="l">
              <a:defRPr sz="2025" b="0">
                <a:solidFill>
                  <a:srgbClr val="567074"/>
                </a:solidFill>
                <a:latin typeface="Bitstream Charter"/>
                <a:ea typeface="Bitstream Charter"/>
                <a:cs typeface="Bitstream Charter"/>
              </a:defRPr>
            </a:lvl4pPr>
            <a:lvl5pPr algn="l">
              <a:defRPr sz="2025" b="0">
                <a:solidFill>
                  <a:srgbClr val="567074"/>
                </a:solidFill>
                <a:latin typeface="Bitstream Charter"/>
                <a:ea typeface="Bitstream Charter"/>
                <a:cs typeface="Bitstream Charter"/>
              </a:defRPr>
            </a:lvl5pPr>
            <a:lvl6pPr algn="l">
              <a:defRPr sz="2025" b="0">
                <a:solidFill>
                  <a:srgbClr val="567074"/>
                </a:solidFill>
                <a:latin typeface="Bitstream Charter"/>
                <a:ea typeface="Bitstream Charter"/>
                <a:cs typeface="Bitstream Charter"/>
              </a:defRPr>
            </a:lvl6pPr>
            <a:lvl7pPr algn="l">
              <a:defRPr sz="2025" b="0">
                <a:solidFill>
                  <a:srgbClr val="567074"/>
                </a:solidFill>
                <a:latin typeface="Bitstream Charter"/>
                <a:ea typeface="Bitstream Charter"/>
                <a:cs typeface="Bitstream Charter"/>
              </a:defRPr>
            </a:lvl7pPr>
            <a:lvl8pPr algn="l">
              <a:defRPr sz="2025" b="0">
                <a:solidFill>
                  <a:srgbClr val="567074"/>
                </a:solidFill>
                <a:latin typeface="Bitstream Charter"/>
                <a:ea typeface="Bitstream Charter"/>
                <a:cs typeface="Bitstream Charter"/>
              </a:defRPr>
            </a:lvl8pPr>
            <a:lvl9pPr algn="l">
              <a:defRPr sz="2025" b="0">
                <a:solidFill>
                  <a:srgbClr val="567074"/>
                </a:solidFill>
                <a:latin typeface="Bitstream Charter"/>
                <a:ea typeface="Bitstream Charter"/>
                <a:cs typeface="Bitstream Charter"/>
              </a:defRPr>
            </a:lvl9pPr>
          </a:lstStyle>
          <a:p xmlns:a="http://schemas.openxmlformats.org/drawingml/2006/main">
            <a:pPr algn="l">
              <a:defRPr sz="2025" b="0">
                <a:solidFill>
                  <a:srgbClr val="567074"/>
                </a:solidFill>
                <a:latin typeface="Bitstream Charter"/>
                <a:ea typeface="Bitstream Charter"/>
                <a:cs typeface="Bitstream Charter"/>
              </a:defRPr>
            </a:pPr>
            <a:r>
              <a:rPr sz="2025" b="0">
                <a:solidFill>
                  <a:srgbClr val="567074"/>
                </a:solidFill>
                <a:latin typeface="Bitstream Charter"/>
                <a:ea typeface="Bitstream Charter"/>
                <a:cs typeface="Bitstream Charter"/>
              </a:rPr>
              <a:t>Use the form or a</a:t>
            </a:r>
          </a:p>
          <a:p xmlns:a="http://schemas.openxmlformats.org/drawingml/2006/main">
            <a:pPr algn="l">
              <a:defRPr sz="2025" b="0">
                <a:solidFill>
                  <a:srgbClr val="567074"/>
                </a:solidFill>
                <a:latin typeface="Bitstream Charter"/>
                <a:ea typeface="Bitstream Charter"/>
                <a:cs typeface="Bitstream Charter"/>
              </a:defRPr>
            </a:pPr>
            <a:r>
              <a:rPr sz="2025" b="0">
                <a:solidFill>
                  <a:srgbClr val="567074"/>
                </a:solidFill>
                <a:latin typeface="Bitstream Charter"/>
                <a:ea typeface="Bitstream Charter"/>
                <a:cs typeface="Bitstream Charter"/>
              </a:rPr>
              <a:t>24-row CSV.</a:t>
            </a:r>
          </a:p>
        </p:txBody>
      </p:sp>
      <p:sp>
        <p:nvSpPr>
          <p:cNvPr id="6" name="">
            <a:extLst xmlns:a="http://schemas.openxmlformats.org/drawingml/2006/main">
              <a:ext uri="{FF2B5EF4-FFF2-40B4-BE49-F238E27FC236}">
                <a16:creationId xmlns:a16="http://schemas.microsoft.com/office/drawing/2014/main" id="{6AA7DC35-614F-47B4-9297-F35BB69A3225}"/>
              </a:ext>
            </a:extLst>
          </p:cNvPr>
          <p:cNvSpPr>
            <a:spLocks xmlns:a="http://schemas.openxmlformats.org/drawingml/2006/main" noGrp="1"/>
          </p:cNvSpPr>
          <p:nvPr/>
        </p:nvSpPr>
        <p:spPr>
          <a:xfrm xmlns:a="http://schemas.openxmlformats.org/drawingml/2006/main">
            <a:off x="8267700" y="3905250"/>
            <a:ext cx="323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42D31"/>
                </a:solidFill>
                <a:latin typeface="Bitstream Charter"/>
                <a:ea typeface="Bitstream Charter"/>
                <a:cs typeface="Bitstream Charter"/>
              </a:defRPr>
            </a:defPPr>
            <a:lvl1pPr algn="l">
              <a:defRPr sz="2325" b="1">
                <a:solidFill>
                  <a:srgbClr val="142D31"/>
                </a:solidFill>
                <a:latin typeface="Bitstream Charter"/>
                <a:ea typeface="Bitstream Charter"/>
                <a:cs typeface="Bitstream Charter"/>
              </a:defRPr>
            </a:lvl1pPr>
            <a:lvl2pPr algn="l">
              <a:defRPr sz="2325" b="1">
                <a:solidFill>
                  <a:srgbClr val="142D31"/>
                </a:solidFill>
                <a:latin typeface="Bitstream Charter"/>
                <a:ea typeface="Bitstream Charter"/>
                <a:cs typeface="Bitstream Charter"/>
              </a:defRPr>
            </a:lvl2pPr>
            <a:lvl3pPr algn="l">
              <a:defRPr sz="2325" b="1">
                <a:solidFill>
                  <a:srgbClr val="142D31"/>
                </a:solidFill>
                <a:latin typeface="Bitstream Charter"/>
                <a:ea typeface="Bitstream Charter"/>
                <a:cs typeface="Bitstream Charter"/>
              </a:defRPr>
            </a:lvl3pPr>
            <a:lvl4pPr algn="l">
              <a:defRPr sz="2325" b="1">
                <a:solidFill>
                  <a:srgbClr val="142D31"/>
                </a:solidFill>
                <a:latin typeface="Bitstream Charter"/>
                <a:ea typeface="Bitstream Charter"/>
                <a:cs typeface="Bitstream Charter"/>
              </a:defRPr>
            </a:lvl4pPr>
            <a:lvl5pPr algn="l">
              <a:defRPr sz="2325" b="1">
                <a:solidFill>
                  <a:srgbClr val="142D31"/>
                </a:solidFill>
                <a:latin typeface="Bitstream Charter"/>
                <a:ea typeface="Bitstream Charter"/>
                <a:cs typeface="Bitstream Charter"/>
              </a:defRPr>
            </a:lvl5pPr>
            <a:lvl6pPr algn="l">
              <a:defRPr sz="2325" b="1">
                <a:solidFill>
                  <a:srgbClr val="142D31"/>
                </a:solidFill>
                <a:latin typeface="Bitstream Charter"/>
                <a:ea typeface="Bitstream Charter"/>
                <a:cs typeface="Bitstream Charter"/>
              </a:defRPr>
            </a:lvl6pPr>
            <a:lvl7pPr algn="l">
              <a:defRPr sz="2325" b="1">
                <a:solidFill>
                  <a:srgbClr val="142D31"/>
                </a:solidFill>
                <a:latin typeface="Bitstream Charter"/>
                <a:ea typeface="Bitstream Charter"/>
                <a:cs typeface="Bitstream Charter"/>
              </a:defRPr>
            </a:lvl7pPr>
            <a:lvl8pPr algn="l">
              <a:defRPr sz="2325" b="1">
                <a:solidFill>
                  <a:srgbClr val="142D31"/>
                </a:solidFill>
                <a:latin typeface="Bitstream Charter"/>
                <a:ea typeface="Bitstream Charter"/>
                <a:cs typeface="Bitstream Charter"/>
              </a:defRPr>
            </a:lvl8pPr>
            <a:lvl9pPr algn="l">
              <a:defRPr sz="2325" b="1">
                <a:solidFill>
                  <a:srgbClr val="142D31"/>
                </a:solidFill>
                <a:latin typeface="Bitstream Charter"/>
                <a:ea typeface="Bitstream Charter"/>
                <a:cs typeface="Bitstream Charter"/>
              </a:defRPr>
            </a:lvl9pPr>
          </a:lstStyle>
          <a:p xmlns:a="http://schemas.openxmlformats.org/drawingml/2006/main">
            <a:pPr algn="l">
              <a:defRPr sz="2325" b="1">
                <a:solidFill>
                  <a:srgbClr val="142D31"/>
                </a:solidFill>
                <a:latin typeface="Bitstream Charter"/>
                <a:ea typeface="Bitstream Charter"/>
                <a:cs typeface="Bitstream Charter"/>
              </a:defRPr>
            </a:pPr>
            <a:r>
              <a:rPr sz="2325" b="1">
                <a:solidFill>
                  <a:srgbClr val="142D31"/>
                </a:solidFill>
                <a:latin typeface="Bitstream Charter"/>
                <a:ea typeface="Bitstream Charter"/>
                <a:cs typeface="Bitstream Charter"/>
              </a:rPr>
              <a:t>Inspect the plan</a:t>
            </a:r>
          </a:p>
        </p:txBody>
      </p:sp>
      <p:sp>
        <p:nvSpPr>
          <p:cNvPr id="7" name="">
            <a:extLst xmlns:a="http://schemas.openxmlformats.org/drawingml/2006/main">
              <a:ext uri="{FF2B5EF4-FFF2-40B4-BE49-F238E27FC236}">
                <a16:creationId xmlns:a16="http://schemas.microsoft.com/office/drawing/2014/main" id="{F404A421-C40B-4CBC-B917-5ADB2EA6E469}"/>
              </a:ext>
            </a:extLst>
          </p:cNvPr>
          <p:cNvSpPr>
            <a:spLocks xmlns:a="http://schemas.openxmlformats.org/drawingml/2006/main" noGrp="1"/>
          </p:cNvSpPr>
          <p:nvPr/>
        </p:nvSpPr>
        <p:spPr>
          <a:xfrm xmlns:a="http://schemas.openxmlformats.org/drawingml/2006/main">
            <a:off x="8267700" y="4552950"/>
            <a:ext cx="323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67074"/>
                </a:solidFill>
                <a:latin typeface="Bitstream Charter"/>
                <a:ea typeface="Bitstream Charter"/>
                <a:cs typeface="Bitstream Charter"/>
              </a:defRPr>
            </a:defPPr>
            <a:lvl1pPr algn="l">
              <a:defRPr sz="2025" b="0">
                <a:solidFill>
                  <a:srgbClr val="567074"/>
                </a:solidFill>
                <a:latin typeface="Bitstream Charter"/>
                <a:ea typeface="Bitstream Charter"/>
                <a:cs typeface="Bitstream Charter"/>
              </a:defRPr>
            </a:lvl1pPr>
            <a:lvl2pPr algn="l">
              <a:defRPr sz="2025" b="0">
                <a:solidFill>
                  <a:srgbClr val="567074"/>
                </a:solidFill>
                <a:latin typeface="Bitstream Charter"/>
                <a:ea typeface="Bitstream Charter"/>
                <a:cs typeface="Bitstream Charter"/>
              </a:defRPr>
            </a:lvl2pPr>
            <a:lvl3pPr algn="l">
              <a:defRPr sz="2025" b="0">
                <a:solidFill>
                  <a:srgbClr val="567074"/>
                </a:solidFill>
                <a:latin typeface="Bitstream Charter"/>
                <a:ea typeface="Bitstream Charter"/>
                <a:cs typeface="Bitstream Charter"/>
              </a:defRPr>
            </a:lvl3pPr>
            <a:lvl4pPr algn="l">
              <a:defRPr sz="2025" b="0">
                <a:solidFill>
                  <a:srgbClr val="567074"/>
                </a:solidFill>
                <a:latin typeface="Bitstream Charter"/>
                <a:ea typeface="Bitstream Charter"/>
                <a:cs typeface="Bitstream Charter"/>
              </a:defRPr>
            </a:lvl4pPr>
            <a:lvl5pPr algn="l">
              <a:defRPr sz="2025" b="0">
                <a:solidFill>
                  <a:srgbClr val="567074"/>
                </a:solidFill>
                <a:latin typeface="Bitstream Charter"/>
                <a:ea typeface="Bitstream Charter"/>
                <a:cs typeface="Bitstream Charter"/>
              </a:defRPr>
            </a:lvl5pPr>
            <a:lvl6pPr algn="l">
              <a:defRPr sz="2025" b="0">
                <a:solidFill>
                  <a:srgbClr val="567074"/>
                </a:solidFill>
                <a:latin typeface="Bitstream Charter"/>
                <a:ea typeface="Bitstream Charter"/>
                <a:cs typeface="Bitstream Charter"/>
              </a:defRPr>
            </a:lvl6pPr>
            <a:lvl7pPr algn="l">
              <a:defRPr sz="2025" b="0">
                <a:solidFill>
                  <a:srgbClr val="567074"/>
                </a:solidFill>
                <a:latin typeface="Bitstream Charter"/>
                <a:ea typeface="Bitstream Charter"/>
                <a:cs typeface="Bitstream Charter"/>
              </a:defRPr>
            </a:lvl7pPr>
            <a:lvl8pPr algn="l">
              <a:defRPr sz="2025" b="0">
                <a:solidFill>
                  <a:srgbClr val="567074"/>
                </a:solidFill>
                <a:latin typeface="Bitstream Charter"/>
                <a:ea typeface="Bitstream Charter"/>
                <a:cs typeface="Bitstream Charter"/>
              </a:defRPr>
            </a:lvl8pPr>
            <a:lvl9pPr algn="l">
              <a:defRPr sz="2025" b="0">
                <a:solidFill>
                  <a:srgbClr val="567074"/>
                </a:solidFill>
                <a:latin typeface="Bitstream Charter"/>
                <a:ea typeface="Bitstream Charter"/>
                <a:cs typeface="Bitstream Charter"/>
              </a:defRPr>
            </a:lvl9pPr>
          </a:lstStyle>
          <a:p xmlns:a="http://schemas.openxmlformats.org/drawingml/2006/main">
            <a:pPr algn="l">
              <a:defRPr sz="2025" b="0">
                <a:solidFill>
                  <a:srgbClr val="567074"/>
                </a:solidFill>
                <a:latin typeface="Bitstream Charter"/>
                <a:ea typeface="Bitstream Charter"/>
                <a:cs typeface="Bitstream Charter"/>
              </a:defRPr>
            </a:pPr>
            <a:r>
              <a:rPr sz="2025" b="0">
                <a:solidFill>
                  <a:srgbClr val="567074"/>
                </a:solidFill>
                <a:latin typeface="Bitstream Charter"/>
                <a:ea typeface="Bitstream Charter"/>
                <a:cs typeface="Bitstream Charter"/>
              </a:rPr>
              <a:t>Select an hour, review</a:t>
            </a:r>
          </a:p>
          <a:p xmlns:a="http://schemas.openxmlformats.org/drawingml/2006/main">
            <a:pPr algn="l">
              <a:defRPr sz="2025" b="0">
                <a:solidFill>
                  <a:srgbClr val="567074"/>
                </a:solidFill>
                <a:latin typeface="Bitstream Charter"/>
                <a:ea typeface="Bitstream Charter"/>
                <a:cs typeface="Bitstream Charter"/>
              </a:defRPr>
            </a:pPr>
            <a:r>
              <a:rPr sz="2025" b="0">
                <a:solidFill>
                  <a:srgbClr val="567074"/>
                </a:solidFill>
                <a:latin typeface="Bitstream Charter"/>
                <a:ea typeface="Bitstream Charter"/>
                <a:cs typeface="Bitstream Charter"/>
              </a:rPr>
              <a:t>its reason and export CSV.</a:t>
            </a:r>
          </a:p>
        </p:txBody>
      </p:sp>
    </p:spTree>
    <p:extLst>
      <p:ext uri="{BB962C8B-B14F-4D97-AF65-F5344CB8AC3E}">
        <p14:creationId xmlns:p14="http://schemas.microsoft.com/office/powerpoint/2010/main" val="123624374"/>
      </p:ext>
    </p:extLst>
  </p:cSld>
</p:sld>
</file>

<file path=ppt/slides/slide10.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EDE9754-3BF4-40F3-B0AF-21979B464A95}"/>
              </a:ext>
            </a:extLst>
          </p:cNvPr>
          <p:cNvSpPr>
            <a:spLocks xmlns:a="http://schemas.openxmlformats.org/drawingml/2006/main" noGrp="1"/>
          </p:cNvSpPr>
          <p:nvPr/>
        </p:nvSpPr>
        <p:spPr>
          <a:xfrm xmlns:a="http://schemas.openxmlformats.org/drawingml/2006/main">
            <a:off x="609600" y="457200"/>
            <a:ext cx="10953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42D31"/>
                </a:solidFill>
                <a:latin typeface="Bitstream Charter"/>
                <a:ea typeface="Bitstream Charter"/>
                <a:cs typeface="Bitstream Charter"/>
              </a:defRPr>
            </a:defPPr>
            <a:lvl1pPr algn="l">
              <a:defRPr sz="3450" b="1">
                <a:solidFill>
                  <a:srgbClr val="142D31"/>
                </a:solidFill>
                <a:latin typeface="Bitstream Charter"/>
                <a:ea typeface="Bitstream Charter"/>
                <a:cs typeface="Bitstream Charter"/>
              </a:defRPr>
            </a:lvl1pPr>
            <a:lvl2pPr algn="l">
              <a:defRPr sz="3450" b="1">
                <a:solidFill>
                  <a:srgbClr val="142D31"/>
                </a:solidFill>
                <a:latin typeface="Bitstream Charter"/>
                <a:ea typeface="Bitstream Charter"/>
                <a:cs typeface="Bitstream Charter"/>
              </a:defRPr>
            </a:lvl2pPr>
            <a:lvl3pPr algn="l">
              <a:defRPr sz="3450" b="1">
                <a:solidFill>
                  <a:srgbClr val="142D31"/>
                </a:solidFill>
                <a:latin typeface="Bitstream Charter"/>
                <a:ea typeface="Bitstream Charter"/>
                <a:cs typeface="Bitstream Charter"/>
              </a:defRPr>
            </a:lvl3pPr>
            <a:lvl4pPr algn="l">
              <a:defRPr sz="3450" b="1">
                <a:solidFill>
                  <a:srgbClr val="142D31"/>
                </a:solidFill>
                <a:latin typeface="Bitstream Charter"/>
                <a:ea typeface="Bitstream Charter"/>
                <a:cs typeface="Bitstream Charter"/>
              </a:defRPr>
            </a:lvl4pPr>
            <a:lvl5pPr algn="l">
              <a:defRPr sz="3450" b="1">
                <a:solidFill>
                  <a:srgbClr val="142D31"/>
                </a:solidFill>
                <a:latin typeface="Bitstream Charter"/>
                <a:ea typeface="Bitstream Charter"/>
                <a:cs typeface="Bitstream Charter"/>
              </a:defRPr>
            </a:lvl5pPr>
            <a:lvl6pPr algn="l">
              <a:defRPr sz="3450" b="1">
                <a:solidFill>
                  <a:srgbClr val="142D31"/>
                </a:solidFill>
                <a:latin typeface="Bitstream Charter"/>
                <a:ea typeface="Bitstream Charter"/>
                <a:cs typeface="Bitstream Charter"/>
              </a:defRPr>
            </a:lvl6pPr>
            <a:lvl7pPr algn="l">
              <a:defRPr sz="3450" b="1">
                <a:solidFill>
                  <a:srgbClr val="142D31"/>
                </a:solidFill>
                <a:latin typeface="Bitstream Charter"/>
                <a:ea typeface="Bitstream Charter"/>
                <a:cs typeface="Bitstream Charter"/>
              </a:defRPr>
            </a:lvl7pPr>
            <a:lvl8pPr algn="l">
              <a:defRPr sz="3450" b="1">
                <a:solidFill>
                  <a:srgbClr val="142D31"/>
                </a:solidFill>
                <a:latin typeface="Bitstream Charter"/>
                <a:ea typeface="Bitstream Charter"/>
                <a:cs typeface="Bitstream Charter"/>
              </a:defRPr>
            </a:lvl8pPr>
            <a:lvl9pPr algn="l">
              <a:defRPr sz="3450" b="1">
                <a:solidFill>
                  <a:srgbClr val="142D31"/>
                </a:solidFill>
                <a:latin typeface="Bitstream Charter"/>
                <a:ea typeface="Bitstream Charter"/>
                <a:cs typeface="Bitstream Charter"/>
              </a:defRPr>
            </a:lvl9pPr>
          </a:lstStyle>
          <a:p xmlns:a="http://schemas.openxmlformats.org/drawingml/2006/main">
            <a:pPr algn="l">
              <a:defRPr sz="3450" b="1">
                <a:solidFill>
                  <a:srgbClr val="142D31"/>
                </a:solidFill>
                <a:latin typeface="Bitstream Charter"/>
                <a:ea typeface="Bitstream Charter"/>
                <a:cs typeface="Bitstream Charter"/>
              </a:defRPr>
            </a:pPr>
            <a:r>
              <a:rPr sz="3450" b="1">
                <a:solidFill>
                  <a:srgbClr val="142D31"/>
                </a:solidFill>
                <a:latin typeface="Bitstream Charter"/>
                <a:ea typeface="Bitstream Charter"/>
                <a:cs typeface="Bitstream Charter"/>
              </a:rPr>
              <a:t>Correctness checks cover the full contract</a:t>
            </a:r>
          </a:p>
        </p:txBody>
      </p:sp>
      <p:sp>
        <p:nvSpPr>
          <p:cNvPr id="2" name="">
            <a:extLst xmlns:a="http://schemas.openxmlformats.org/drawingml/2006/main">
              <a:ext uri="{FF2B5EF4-FFF2-40B4-BE49-F238E27FC236}">
                <a16:creationId xmlns:a16="http://schemas.microsoft.com/office/drawing/2014/main" id="{53F4C350-2380-4174-96A5-3A5EE2AC8D43}"/>
              </a:ext>
            </a:extLst>
          </p:cNvPr>
          <p:cNvSpPr>
            <a:spLocks xmlns:a="http://schemas.openxmlformats.org/drawingml/2006/main" noGrp="1"/>
          </p:cNvSpPr>
          <p:nvPr/>
        </p:nvSpPr>
        <p:spPr>
          <a:xfrm xmlns:a="http://schemas.openxmlformats.org/drawingml/2006/main">
            <a:off x="11096625" y="63817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7074"/>
                </a:solidFill>
                <a:latin typeface="Bitstream Charter"/>
                <a:ea typeface="Bitstream Charter"/>
                <a:cs typeface="Bitstream Charter"/>
              </a:defRPr>
            </a:defPPr>
            <a:lvl1pPr algn="r">
              <a:defRPr sz="1275" b="0">
                <a:solidFill>
                  <a:srgbClr val="567074"/>
                </a:solidFill>
                <a:latin typeface="Bitstream Charter"/>
                <a:ea typeface="Bitstream Charter"/>
                <a:cs typeface="Bitstream Charter"/>
              </a:defRPr>
            </a:lvl1pPr>
            <a:lvl2pPr algn="r">
              <a:defRPr sz="1275" b="0">
                <a:solidFill>
                  <a:srgbClr val="567074"/>
                </a:solidFill>
                <a:latin typeface="Bitstream Charter"/>
                <a:ea typeface="Bitstream Charter"/>
                <a:cs typeface="Bitstream Charter"/>
              </a:defRPr>
            </a:lvl2pPr>
            <a:lvl3pPr algn="r">
              <a:defRPr sz="1275" b="0">
                <a:solidFill>
                  <a:srgbClr val="567074"/>
                </a:solidFill>
                <a:latin typeface="Bitstream Charter"/>
                <a:ea typeface="Bitstream Charter"/>
                <a:cs typeface="Bitstream Charter"/>
              </a:defRPr>
            </a:lvl3pPr>
            <a:lvl4pPr algn="r">
              <a:defRPr sz="1275" b="0">
                <a:solidFill>
                  <a:srgbClr val="567074"/>
                </a:solidFill>
                <a:latin typeface="Bitstream Charter"/>
                <a:ea typeface="Bitstream Charter"/>
                <a:cs typeface="Bitstream Charter"/>
              </a:defRPr>
            </a:lvl4pPr>
            <a:lvl5pPr algn="r">
              <a:defRPr sz="1275" b="0">
                <a:solidFill>
                  <a:srgbClr val="567074"/>
                </a:solidFill>
                <a:latin typeface="Bitstream Charter"/>
                <a:ea typeface="Bitstream Charter"/>
                <a:cs typeface="Bitstream Charter"/>
              </a:defRPr>
            </a:lvl5pPr>
            <a:lvl6pPr algn="r">
              <a:defRPr sz="1275" b="0">
                <a:solidFill>
                  <a:srgbClr val="567074"/>
                </a:solidFill>
                <a:latin typeface="Bitstream Charter"/>
                <a:ea typeface="Bitstream Charter"/>
                <a:cs typeface="Bitstream Charter"/>
              </a:defRPr>
            </a:lvl6pPr>
            <a:lvl7pPr algn="r">
              <a:defRPr sz="1275" b="0">
                <a:solidFill>
                  <a:srgbClr val="567074"/>
                </a:solidFill>
                <a:latin typeface="Bitstream Charter"/>
                <a:ea typeface="Bitstream Charter"/>
                <a:cs typeface="Bitstream Charter"/>
              </a:defRPr>
            </a:lvl7pPr>
            <a:lvl8pPr algn="r">
              <a:defRPr sz="1275" b="0">
                <a:solidFill>
                  <a:srgbClr val="567074"/>
                </a:solidFill>
                <a:latin typeface="Bitstream Charter"/>
                <a:ea typeface="Bitstream Charter"/>
                <a:cs typeface="Bitstream Charter"/>
              </a:defRPr>
            </a:lvl8pPr>
            <a:lvl9pPr algn="r">
              <a:defRPr sz="1275" b="0">
                <a:solidFill>
                  <a:srgbClr val="567074"/>
                </a:solidFill>
                <a:latin typeface="Bitstream Charter"/>
                <a:ea typeface="Bitstream Charter"/>
                <a:cs typeface="Bitstream Charter"/>
              </a:defRPr>
            </a:lvl9pPr>
          </a:lstStyle>
          <a:p xmlns:a="http://schemas.openxmlformats.org/drawingml/2006/main">
            <a:pPr algn="r">
              <a:defRPr sz="1275" b="0">
                <a:solidFill>
                  <a:srgbClr val="567074"/>
                </a:solidFill>
                <a:latin typeface="Bitstream Charter"/>
                <a:ea typeface="Bitstream Charter"/>
                <a:cs typeface="Bitstream Charter"/>
              </a:defRPr>
            </a:pPr>
            <a:r>
              <a:rPr sz="1275" b="0">
                <a:solidFill>
                  <a:srgbClr val="567074"/>
                </a:solidFill>
                <a:latin typeface="Bitstream Charter"/>
                <a:ea typeface="Bitstream Charter"/>
                <a:cs typeface="Bitstream Charter"/>
              </a:rPr>
              <a:t>10</a:t>
            </a:r>
          </a:p>
        </p:txBody>
      </p:sp>
      <p:sp>
        <p:nvSpPr>
          <p:cNvPr id="3" name="">
            <a:extLst xmlns:a="http://schemas.openxmlformats.org/drawingml/2006/main">
              <a:ext uri="{FF2B5EF4-FFF2-40B4-BE49-F238E27FC236}">
                <a16:creationId xmlns:a16="http://schemas.microsoft.com/office/drawing/2014/main" id="{DE001ABF-CCA5-47CB-8005-CC11642C7ACB}"/>
              </a:ext>
            </a:extLst>
          </p:cNvPr>
          <p:cNvSpPr>
            <a:spLocks xmlns:a="http://schemas.openxmlformats.org/drawingml/2006/main" noGrp="1"/>
          </p:cNvSpPr>
          <p:nvPr/>
        </p:nvSpPr>
        <p:spPr>
          <a:xfrm xmlns:a="http://schemas.openxmlformats.org/drawingml/2006/main">
            <a:off x="609600" y="1809750"/>
            <a:ext cx="4191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050" b="1">
                <a:solidFill>
                  <a:srgbClr val="168B78"/>
                </a:solidFill>
                <a:latin typeface="Bitstream Charter"/>
                <a:ea typeface="Bitstream Charter"/>
                <a:cs typeface="Bitstream Charter"/>
              </a:defRPr>
            </a:defPPr>
            <a:lvl1pPr algn="l">
              <a:defRPr sz="7050" b="1">
                <a:solidFill>
                  <a:srgbClr val="168B78"/>
                </a:solidFill>
                <a:latin typeface="Bitstream Charter"/>
                <a:ea typeface="Bitstream Charter"/>
                <a:cs typeface="Bitstream Charter"/>
              </a:defRPr>
            </a:lvl1pPr>
            <a:lvl2pPr algn="l">
              <a:defRPr sz="7050" b="1">
                <a:solidFill>
                  <a:srgbClr val="168B78"/>
                </a:solidFill>
                <a:latin typeface="Bitstream Charter"/>
                <a:ea typeface="Bitstream Charter"/>
                <a:cs typeface="Bitstream Charter"/>
              </a:defRPr>
            </a:lvl2pPr>
            <a:lvl3pPr algn="l">
              <a:defRPr sz="7050" b="1">
                <a:solidFill>
                  <a:srgbClr val="168B78"/>
                </a:solidFill>
                <a:latin typeface="Bitstream Charter"/>
                <a:ea typeface="Bitstream Charter"/>
                <a:cs typeface="Bitstream Charter"/>
              </a:defRPr>
            </a:lvl3pPr>
            <a:lvl4pPr algn="l">
              <a:defRPr sz="7050" b="1">
                <a:solidFill>
                  <a:srgbClr val="168B78"/>
                </a:solidFill>
                <a:latin typeface="Bitstream Charter"/>
                <a:ea typeface="Bitstream Charter"/>
                <a:cs typeface="Bitstream Charter"/>
              </a:defRPr>
            </a:lvl4pPr>
            <a:lvl5pPr algn="l">
              <a:defRPr sz="7050" b="1">
                <a:solidFill>
                  <a:srgbClr val="168B78"/>
                </a:solidFill>
                <a:latin typeface="Bitstream Charter"/>
                <a:ea typeface="Bitstream Charter"/>
                <a:cs typeface="Bitstream Charter"/>
              </a:defRPr>
            </a:lvl5pPr>
            <a:lvl6pPr algn="l">
              <a:defRPr sz="7050" b="1">
                <a:solidFill>
                  <a:srgbClr val="168B78"/>
                </a:solidFill>
                <a:latin typeface="Bitstream Charter"/>
                <a:ea typeface="Bitstream Charter"/>
                <a:cs typeface="Bitstream Charter"/>
              </a:defRPr>
            </a:lvl6pPr>
            <a:lvl7pPr algn="l">
              <a:defRPr sz="7050" b="1">
                <a:solidFill>
                  <a:srgbClr val="168B78"/>
                </a:solidFill>
                <a:latin typeface="Bitstream Charter"/>
                <a:ea typeface="Bitstream Charter"/>
                <a:cs typeface="Bitstream Charter"/>
              </a:defRPr>
            </a:lvl7pPr>
            <a:lvl8pPr algn="l">
              <a:defRPr sz="7050" b="1">
                <a:solidFill>
                  <a:srgbClr val="168B78"/>
                </a:solidFill>
                <a:latin typeface="Bitstream Charter"/>
                <a:ea typeface="Bitstream Charter"/>
                <a:cs typeface="Bitstream Charter"/>
              </a:defRPr>
            </a:lvl8pPr>
            <a:lvl9pPr algn="l">
              <a:defRPr sz="7050" b="1">
                <a:solidFill>
                  <a:srgbClr val="168B78"/>
                </a:solidFill>
                <a:latin typeface="Bitstream Charter"/>
                <a:ea typeface="Bitstream Charter"/>
                <a:cs typeface="Bitstream Charter"/>
              </a:defRPr>
            </a:lvl9pPr>
          </a:lstStyle>
          <a:p xmlns:a="http://schemas.openxmlformats.org/drawingml/2006/main">
            <a:pPr algn="l">
              <a:defRPr sz="7050" b="1">
                <a:solidFill>
                  <a:srgbClr val="168B78"/>
                </a:solidFill>
                <a:latin typeface="Bitstream Charter"/>
                <a:ea typeface="Bitstream Charter"/>
                <a:cs typeface="Bitstream Charter"/>
              </a:defRPr>
            </a:pPr>
            <a:r>
              <a:rPr sz="7050" b="1">
                <a:solidFill>
                  <a:srgbClr val="168B78"/>
                </a:solidFill>
                <a:latin typeface="Bitstream Charter"/>
                <a:ea typeface="Bitstream Charter"/>
                <a:cs typeface="Bitstream Charter"/>
              </a:rPr>
              <a:t>41</a:t>
            </a:r>
          </a:p>
        </p:txBody>
      </p:sp>
      <p:sp>
        <p:nvSpPr>
          <p:cNvPr id="4" name="">
            <a:extLst xmlns:a="http://schemas.openxmlformats.org/drawingml/2006/main">
              <a:ext uri="{FF2B5EF4-FFF2-40B4-BE49-F238E27FC236}">
                <a16:creationId xmlns:a16="http://schemas.microsoft.com/office/drawing/2014/main" id="{590359A4-454B-4A4C-97C4-7C00E69CC0F3}"/>
              </a:ext>
            </a:extLst>
          </p:cNvPr>
          <p:cNvSpPr>
            <a:spLocks xmlns:a="http://schemas.openxmlformats.org/drawingml/2006/main" noGrp="1"/>
          </p:cNvSpPr>
          <p:nvPr/>
        </p:nvSpPr>
        <p:spPr>
          <a:xfrm xmlns:a="http://schemas.openxmlformats.org/drawingml/2006/main">
            <a:off x="666750" y="2981325"/>
            <a:ext cx="4953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142D31"/>
                </a:solidFill>
                <a:latin typeface="Bitstream Charter"/>
                <a:ea typeface="Bitstream Charter"/>
                <a:cs typeface="Bitstream Charter"/>
              </a:defRPr>
            </a:defPPr>
            <a:lvl1pPr algn="l">
              <a:defRPr sz="2175" b="0">
                <a:solidFill>
                  <a:srgbClr val="142D31"/>
                </a:solidFill>
                <a:latin typeface="Bitstream Charter"/>
                <a:ea typeface="Bitstream Charter"/>
                <a:cs typeface="Bitstream Charter"/>
              </a:defRPr>
            </a:lvl1pPr>
            <a:lvl2pPr algn="l">
              <a:defRPr sz="2175" b="0">
                <a:solidFill>
                  <a:srgbClr val="142D31"/>
                </a:solidFill>
                <a:latin typeface="Bitstream Charter"/>
                <a:ea typeface="Bitstream Charter"/>
                <a:cs typeface="Bitstream Charter"/>
              </a:defRPr>
            </a:lvl2pPr>
            <a:lvl3pPr algn="l">
              <a:defRPr sz="2175" b="0">
                <a:solidFill>
                  <a:srgbClr val="142D31"/>
                </a:solidFill>
                <a:latin typeface="Bitstream Charter"/>
                <a:ea typeface="Bitstream Charter"/>
                <a:cs typeface="Bitstream Charter"/>
              </a:defRPr>
            </a:lvl3pPr>
            <a:lvl4pPr algn="l">
              <a:defRPr sz="2175" b="0">
                <a:solidFill>
                  <a:srgbClr val="142D31"/>
                </a:solidFill>
                <a:latin typeface="Bitstream Charter"/>
                <a:ea typeface="Bitstream Charter"/>
                <a:cs typeface="Bitstream Charter"/>
              </a:defRPr>
            </a:lvl4pPr>
            <a:lvl5pPr algn="l">
              <a:defRPr sz="2175" b="0">
                <a:solidFill>
                  <a:srgbClr val="142D31"/>
                </a:solidFill>
                <a:latin typeface="Bitstream Charter"/>
                <a:ea typeface="Bitstream Charter"/>
                <a:cs typeface="Bitstream Charter"/>
              </a:defRPr>
            </a:lvl5pPr>
            <a:lvl6pPr algn="l">
              <a:defRPr sz="2175" b="0">
                <a:solidFill>
                  <a:srgbClr val="142D31"/>
                </a:solidFill>
                <a:latin typeface="Bitstream Charter"/>
                <a:ea typeface="Bitstream Charter"/>
                <a:cs typeface="Bitstream Charter"/>
              </a:defRPr>
            </a:lvl6pPr>
            <a:lvl7pPr algn="l">
              <a:defRPr sz="2175" b="0">
                <a:solidFill>
                  <a:srgbClr val="142D31"/>
                </a:solidFill>
                <a:latin typeface="Bitstream Charter"/>
                <a:ea typeface="Bitstream Charter"/>
                <a:cs typeface="Bitstream Charter"/>
              </a:defRPr>
            </a:lvl7pPr>
            <a:lvl8pPr algn="l">
              <a:defRPr sz="2175" b="0">
                <a:solidFill>
                  <a:srgbClr val="142D31"/>
                </a:solidFill>
                <a:latin typeface="Bitstream Charter"/>
                <a:ea typeface="Bitstream Charter"/>
                <a:cs typeface="Bitstream Charter"/>
              </a:defRPr>
            </a:lvl8pPr>
            <a:lvl9pPr algn="l">
              <a:defRPr sz="2175" b="0">
                <a:solidFill>
                  <a:srgbClr val="142D31"/>
                </a:solidFill>
                <a:latin typeface="Bitstream Charter"/>
                <a:ea typeface="Bitstream Charter"/>
                <a:cs typeface="Bitstream Charter"/>
              </a:defRPr>
            </a:lvl9pPr>
          </a:lstStyle>
          <a:p xmlns:a="http://schemas.openxmlformats.org/drawingml/2006/main">
            <a:pPr algn="l">
              <a:defRPr sz="2175" b="0">
                <a:solidFill>
                  <a:srgbClr val="142D31"/>
                </a:solidFill>
                <a:latin typeface="Bitstream Charter"/>
                <a:ea typeface="Bitstream Charter"/>
                <a:cs typeface="Bitstream Charter"/>
              </a:defRPr>
            </a:pPr>
            <a:r>
              <a:rPr sz="2175" b="0">
                <a:solidFill>
                  <a:srgbClr val="142D31"/>
                </a:solidFill>
                <a:latin typeface="Bitstream Charter"/>
                <a:ea typeface="Bitstream Charter"/>
                <a:cs typeface="Bitstream Charter"/>
              </a:rPr>
              <a:t>automated tests passed</a:t>
            </a:r>
          </a:p>
        </p:txBody>
      </p:sp>
      <p:sp>
        <p:nvSpPr>
          <p:cNvPr id="5" name="">
            <a:extLst xmlns:a="http://schemas.openxmlformats.org/drawingml/2006/main">
              <a:ext uri="{FF2B5EF4-FFF2-40B4-BE49-F238E27FC236}">
                <a16:creationId xmlns:a16="http://schemas.microsoft.com/office/drawing/2014/main" id="{70A396FF-D647-4796-809A-C5E306F8F111}"/>
              </a:ext>
            </a:extLst>
          </p:cNvPr>
          <p:cNvSpPr>
            <a:spLocks xmlns:a="http://schemas.openxmlformats.org/drawingml/2006/main" noGrp="1"/>
          </p:cNvSpPr>
          <p:nvPr/>
        </p:nvSpPr>
        <p:spPr>
          <a:xfrm xmlns:a="http://schemas.openxmlformats.org/drawingml/2006/main">
            <a:off x="7286625" y="1809750"/>
            <a:ext cx="4191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050" b="1">
                <a:solidFill>
                  <a:srgbClr val="168B78"/>
                </a:solidFill>
                <a:latin typeface="Bitstream Charter"/>
                <a:ea typeface="Bitstream Charter"/>
                <a:cs typeface="Bitstream Charter"/>
              </a:defRPr>
            </a:defPPr>
            <a:lvl1pPr algn="l">
              <a:defRPr sz="7050" b="1">
                <a:solidFill>
                  <a:srgbClr val="168B78"/>
                </a:solidFill>
                <a:latin typeface="Bitstream Charter"/>
                <a:ea typeface="Bitstream Charter"/>
                <a:cs typeface="Bitstream Charter"/>
              </a:defRPr>
            </a:lvl1pPr>
            <a:lvl2pPr algn="l">
              <a:defRPr sz="7050" b="1">
                <a:solidFill>
                  <a:srgbClr val="168B78"/>
                </a:solidFill>
                <a:latin typeface="Bitstream Charter"/>
                <a:ea typeface="Bitstream Charter"/>
                <a:cs typeface="Bitstream Charter"/>
              </a:defRPr>
            </a:lvl2pPr>
            <a:lvl3pPr algn="l">
              <a:defRPr sz="7050" b="1">
                <a:solidFill>
                  <a:srgbClr val="168B78"/>
                </a:solidFill>
                <a:latin typeface="Bitstream Charter"/>
                <a:ea typeface="Bitstream Charter"/>
                <a:cs typeface="Bitstream Charter"/>
              </a:defRPr>
            </a:lvl3pPr>
            <a:lvl4pPr algn="l">
              <a:defRPr sz="7050" b="1">
                <a:solidFill>
                  <a:srgbClr val="168B78"/>
                </a:solidFill>
                <a:latin typeface="Bitstream Charter"/>
                <a:ea typeface="Bitstream Charter"/>
                <a:cs typeface="Bitstream Charter"/>
              </a:defRPr>
            </a:lvl4pPr>
            <a:lvl5pPr algn="l">
              <a:defRPr sz="7050" b="1">
                <a:solidFill>
                  <a:srgbClr val="168B78"/>
                </a:solidFill>
                <a:latin typeface="Bitstream Charter"/>
                <a:ea typeface="Bitstream Charter"/>
                <a:cs typeface="Bitstream Charter"/>
              </a:defRPr>
            </a:lvl5pPr>
            <a:lvl6pPr algn="l">
              <a:defRPr sz="7050" b="1">
                <a:solidFill>
                  <a:srgbClr val="168B78"/>
                </a:solidFill>
                <a:latin typeface="Bitstream Charter"/>
                <a:ea typeface="Bitstream Charter"/>
                <a:cs typeface="Bitstream Charter"/>
              </a:defRPr>
            </a:lvl6pPr>
            <a:lvl7pPr algn="l">
              <a:defRPr sz="7050" b="1">
                <a:solidFill>
                  <a:srgbClr val="168B78"/>
                </a:solidFill>
                <a:latin typeface="Bitstream Charter"/>
                <a:ea typeface="Bitstream Charter"/>
                <a:cs typeface="Bitstream Charter"/>
              </a:defRPr>
            </a:lvl7pPr>
            <a:lvl8pPr algn="l">
              <a:defRPr sz="7050" b="1">
                <a:solidFill>
                  <a:srgbClr val="168B78"/>
                </a:solidFill>
                <a:latin typeface="Bitstream Charter"/>
                <a:ea typeface="Bitstream Charter"/>
                <a:cs typeface="Bitstream Charter"/>
              </a:defRPr>
            </a:lvl8pPr>
            <a:lvl9pPr algn="l">
              <a:defRPr sz="7050" b="1">
                <a:solidFill>
                  <a:srgbClr val="168B78"/>
                </a:solidFill>
                <a:latin typeface="Bitstream Charter"/>
                <a:ea typeface="Bitstream Charter"/>
                <a:cs typeface="Bitstream Charter"/>
              </a:defRPr>
            </a:lvl9pPr>
          </a:lstStyle>
          <a:p xmlns:a="http://schemas.openxmlformats.org/drawingml/2006/main">
            <a:pPr algn="l">
              <a:defRPr sz="7050" b="1">
                <a:solidFill>
                  <a:srgbClr val="168B78"/>
                </a:solidFill>
                <a:latin typeface="Bitstream Charter"/>
                <a:ea typeface="Bitstream Charter"/>
                <a:cs typeface="Bitstream Charter"/>
              </a:defRPr>
            </a:pPr>
            <a:r>
              <a:rPr sz="7050" b="1">
                <a:solidFill>
                  <a:srgbClr val="168B78"/>
                </a:solidFill>
                <a:latin typeface="Bitstream Charter"/>
                <a:ea typeface="Bitstream Charter"/>
                <a:cs typeface="Bitstream Charter"/>
              </a:rPr>
              <a:t>24</a:t>
            </a:r>
          </a:p>
        </p:txBody>
      </p:sp>
      <p:sp>
        <p:nvSpPr>
          <p:cNvPr id="6" name="">
            <a:extLst xmlns:a="http://schemas.openxmlformats.org/drawingml/2006/main">
              <a:ext uri="{FF2B5EF4-FFF2-40B4-BE49-F238E27FC236}">
                <a16:creationId xmlns:a16="http://schemas.microsoft.com/office/drawing/2014/main" id="{2E815A0A-8F2E-4A00-9B56-D19EB20E653B}"/>
              </a:ext>
            </a:extLst>
          </p:cNvPr>
          <p:cNvSpPr>
            <a:spLocks xmlns:a="http://schemas.openxmlformats.org/drawingml/2006/main" noGrp="1"/>
          </p:cNvSpPr>
          <p:nvPr/>
        </p:nvSpPr>
        <p:spPr>
          <a:xfrm xmlns:a="http://schemas.openxmlformats.org/drawingml/2006/main">
            <a:off x="7334250" y="2981325"/>
            <a:ext cx="42386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142D31"/>
                </a:solidFill>
                <a:latin typeface="Bitstream Charter"/>
                <a:ea typeface="Bitstream Charter"/>
                <a:cs typeface="Bitstream Charter"/>
              </a:defRPr>
            </a:defPPr>
            <a:lvl1pPr algn="l">
              <a:defRPr sz="2175" b="0">
                <a:solidFill>
                  <a:srgbClr val="142D31"/>
                </a:solidFill>
                <a:latin typeface="Bitstream Charter"/>
                <a:ea typeface="Bitstream Charter"/>
                <a:cs typeface="Bitstream Charter"/>
              </a:defRPr>
            </a:lvl1pPr>
            <a:lvl2pPr algn="l">
              <a:defRPr sz="2175" b="0">
                <a:solidFill>
                  <a:srgbClr val="142D31"/>
                </a:solidFill>
                <a:latin typeface="Bitstream Charter"/>
                <a:ea typeface="Bitstream Charter"/>
                <a:cs typeface="Bitstream Charter"/>
              </a:defRPr>
            </a:lvl2pPr>
            <a:lvl3pPr algn="l">
              <a:defRPr sz="2175" b="0">
                <a:solidFill>
                  <a:srgbClr val="142D31"/>
                </a:solidFill>
                <a:latin typeface="Bitstream Charter"/>
                <a:ea typeface="Bitstream Charter"/>
                <a:cs typeface="Bitstream Charter"/>
              </a:defRPr>
            </a:lvl3pPr>
            <a:lvl4pPr algn="l">
              <a:defRPr sz="2175" b="0">
                <a:solidFill>
                  <a:srgbClr val="142D31"/>
                </a:solidFill>
                <a:latin typeface="Bitstream Charter"/>
                <a:ea typeface="Bitstream Charter"/>
                <a:cs typeface="Bitstream Charter"/>
              </a:defRPr>
            </a:lvl4pPr>
            <a:lvl5pPr algn="l">
              <a:defRPr sz="2175" b="0">
                <a:solidFill>
                  <a:srgbClr val="142D31"/>
                </a:solidFill>
                <a:latin typeface="Bitstream Charter"/>
                <a:ea typeface="Bitstream Charter"/>
                <a:cs typeface="Bitstream Charter"/>
              </a:defRPr>
            </a:lvl5pPr>
            <a:lvl6pPr algn="l">
              <a:defRPr sz="2175" b="0">
                <a:solidFill>
                  <a:srgbClr val="142D31"/>
                </a:solidFill>
                <a:latin typeface="Bitstream Charter"/>
                <a:ea typeface="Bitstream Charter"/>
                <a:cs typeface="Bitstream Charter"/>
              </a:defRPr>
            </a:lvl6pPr>
            <a:lvl7pPr algn="l">
              <a:defRPr sz="2175" b="0">
                <a:solidFill>
                  <a:srgbClr val="142D31"/>
                </a:solidFill>
                <a:latin typeface="Bitstream Charter"/>
                <a:ea typeface="Bitstream Charter"/>
                <a:cs typeface="Bitstream Charter"/>
              </a:defRPr>
            </a:lvl7pPr>
            <a:lvl8pPr algn="l">
              <a:defRPr sz="2175" b="0">
                <a:solidFill>
                  <a:srgbClr val="142D31"/>
                </a:solidFill>
                <a:latin typeface="Bitstream Charter"/>
                <a:ea typeface="Bitstream Charter"/>
                <a:cs typeface="Bitstream Charter"/>
              </a:defRPr>
            </a:lvl8pPr>
            <a:lvl9pPr algn="l">
              <a:defRPr sz="2175" b="0">
                <a:solidFill>
                  <a:srgbClr val="142D31"/>
                </a:solidFill>
                <a:latin typeface="Bitstream Charter"/>
                <a:ea typeface="Bitstream Charter"/>
                <a:cs typeface="Bitstream Charter"/>
              </a:defRPr>
            </a:lvl9pPr>
          </a:lstStyle>
          <a:p xmlns:a="http://schemas.openxmlformats.org/drawingml/2006/main">
            <a:pPr algn="l">
              <a:defRPr sz="2175" b="0">
                <a:solidFill>
                  <a:srgbClr val="142D31"/>
                </a:solidFill>
                <a:latin typeface="Bitstream Charter"/>
                <a:ea typeface="Bitstream Charter"/>
                <a:cs typeface="Bitstream Charter"/>
              </a:defRPr>
            </a:pPr>
            <a:r>
              <a:rPr sz="2175" b="0">
                <a:solidFill>
                  <a:srgbClr val="142D31"/>
                </a:solidFill>
                <a:latin typeface="Bitstream Charter"/>
                <a:ea typeface="Bitstream Charter"/>
                <a:cs typeface="Bitstream Charter"/>
              </a:rPr>
              <a:t>live hourly predictions checked</a:t>
            </a:r>
          </a:p>
        </p:txBody>
      </p:sp>
      <p:graphicFrame>
        <p:nvGraphicFramePr>
          <p:cNvPr id="7" name="">
            <a:extLst xmlns:a="http://schemas.openxmlformats.org/drawingml/2006/main">
              <a:ext uri="{FF2B5EF4-FFF2-40B4-BE49-F238E27FC236}">
                <a16:creationId xmlns:a16="http://schemas.microsoft.com/office/drawing/2014/main" id="{9C12851A-5114-4BA8-9CEA-633CBF63B4CA}"/>
              </a:ext>
            </a:extLst>
          </p:cNvPr>
          <p:cNvGraphicFramePr/>
          <p:nvPr/>
        </p:nvGraphicFramePr>
        <p:xfrm>
          <a:off xmlns:a="http://schemas.openxmlformats.org/drawingml/2006/main" x="609600" y="4114800"/>
          <a:ext xmlns:a="http://schemas.openxmlformats.org/drawingml/2006/main" cx="10972800" cy="1714500"/>
        </p:xfrm>
        <a:graphic xmlns:a="http://schemas.openxmlformats.org/drawingml/2006/main">
          <a:graphicData uri="http://schemas.openxmlformats.org/drawingml/2006/table">
            <a:tbl>
              <a:tblPr/>
              <a:tblGrid>
                <a:gridCol w="4000500"/>
                <a:gridCol w="6972300"/>
              </a:tblGrid>
              <a:tr h="428625">
                <a:tc>
                  <a:txBody>
                    <a:bodyPr lIns="152400" tIns="95250" rIns="114300" bIns="95250"/>
                    <a:lstStyle/>
                    <a:p>
                      <a:r>
                        <a:rPr sz="1725" b="1">
                          <a:solidFill>
                            <a:srgbClr val="FFFFFF"/>
                          </a:solidFill>
                          <a:latin typeface="Bitstream Charter"/>
                          <a:ea typeface="Bitstream Charter"/>
                          <a:cs typeface="Bitstream Charter"/>
                        </a:rPr>
                        <a:t>Evidence</a:t>
                      </a:r>
                    </a:p>
                  </a:txBody>
                  <a:tcPr marL="91440" marR="91440" marT="45720" marB="45720" anchor="ctr">
                    <a:lnL w="9525">
                      <a:solidFill>
                        <a:srgbClr val="D8DFDC"/>
                      </a:solidFill>
                      <a:prstDash val="solid"/>
                    </a:lnL>
                    <a:lnR w="9525">
                      <a:solidFill>
                        <a:srgbClr val="D8DFDC"/>
                      </a:solidFill>
                      <a:prstDash val="solid"/>
                    </a:lnR>
                    <a:lnT w="9525">
                      <a:solidFill>
                        <a:srgbClr val="D8DFDC"/>
                      </a:solidFill>
                      <a:prstDash val="solid"/>
                    </a:lnT>
                    <a:lnB w="9525">
                      <a:solidFill>
                        <a:srgbClr val="D8DFDC"/>
                      </a:solidFill>
                      <a:prstDash val="solid"/>
                    </a:lnB>
                    <a:solidFill>
                      <a:srgbClr val="142D31"/>
                    </a:solidFill>
                  </a:tcPr>
                </a:tc>
                <a:tc>
                  <a:txBody>
                    <a:bodyPr lIns="152400" tIns="95250" rIns="114300" bIns="95250"/>
                    <a:lstStyle/>
                    <a:p>
                      <a:r>
                        <a:rPr sz="1725" b="1">
                          <a:solidFill>
                            <a:srgbClr val="FFFFFF"/>
                          </a:solidFill>
                          <a:latin typeface="Bitstream Charter"/>
                          <a:ea typeface="Bitstream Charter"/>
                          <a:cs typeface="Bitstream Charter"/>
                        </a:rPr>
                        <a:t>Scope</a:t>
                      </a:r>
                    </a:p>
                  </a:txBody>
                  <a:tcPr marL="91440" marR="91440" marT="45720" marB="45720" anchor="ctr">
                    <a:lnR w="9525">
                      <a:solidFill>
                        <a:srgbClr val="D8DFDC"/>
                      </a:solidFill>
                      <a:prstDash val="solid"/>
                    </a:lnR>
                    <a:lnT w="9525">
                      <a:solidFill>
                        <a:srgbClr val="D8DFDC"/>
                      </a:solidFill>
                      <a:prstDash val="solid"/>
                    </a:lnT>
                    <a:lnB w="9525">
                      <a:solidFill>
                        <a:srgbClr val="D8DFDC"/>
                      </a:solidFill>
                      <a:prstDash val="solid"/>
                    </a:lnB>
                    <a:solidFill>
                      <a:srgbClr val="142D31"/>
                    </a:solidFill>
                  </a:tcPr>
                </a:tc>
              </a:tr>
              <a:tr h="428625">
                <a:tc>
                  <a:txBody>
                    <a:bodyPr lIns="152400" tIns="95250" rIns="114300" bIns="95250"/>
                    <a:lstStyle/>
                    <a:p>
                      <a:r>
                        <a:rPr sz="1725" b="0">
                          <a:solidFill>
                            <a:srgbClr val="142D31"/>
                          </a:solidFill>
                          <a:latin typeface="Bitstream Charter"/>
                          <a:ea typeface="Bitstream Charter"/>
                          <a:cs typeface="Bitstream Charter"/>
                        </a:rPr>
                        <a:t>Original 1,000-row self-test</a:t>
                      </a:r>
                    </a:p>
                  </a:txBody>
                  <a:tcPr marL="91440" marR="91440" marT="45720" marB="45720" anchor="ctr">
                    <a:lnL w="9525">
                      <a:solidFill>
                        <a:srgbClr val="D8DFDC"/>
                      </a:solidFill>
                      <a:prstDash val="solid"/>
                    </a:lnL>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725" b="0">
                          <a:solidFill>
                            <a:srgbClr val="142D31"/>
                          </a:solidFill>
                          <a:latin typeface="Bitstream Charter"/>
                          <a:ea typeface="Bitstream Charter"/>
                          <a:cs typeface="Bitstream Charter"/>
                        </a:rPr>
                        <a:t>Passed locally, original file unchanged</a:t>
                      </a:r>
                    </a:p>
                  </a:txBody>
                  <a:tcPr marL="91440" marR="91440" marT="45720" marB="45720" anchor="ctr">
                    <a:lnR w="9525">
                      <a:solidFill>
                        <a:srgbClr val="D8DFDC"/>
                      </a:solidFill>
                      <a:prstDash val="solid"/>
                    </a:lnR>
                    <a:lnB w="9525">
                      <a:solidFill>
                        <a:srgbClr val="D8DFDC"/>
                      </a:solidFill>
                      <a:prstDash val="solid"/>
                    </a:lnB>
                    <a:solidFill>
                      <a:srgbClr val="F6F5F0"/>
                    </a:solidFill>
                  </a:tcPr>
                </a:tc>
              </a:tr>
              <a:tr h="428625">
                <a:tc>
                  <a:txBody>
                    <a:bodyPr lIns="152400" tIns="95250" rIns="114300" bIns="95250"/>
                    <a:lstStyle/>
                    <a:p>
                      <a:r>
                        <a:rPr sz="1725" b="0">
                          <a:solidFill>
                            <a:srgbClr val="142D31"/>
                          </a:solidFill>
                          <a:latin typeface="Bitstream Charter"/>
                          <a:ea typeface="Bitstream Charter"/>
                          <a:cs typeface="Bitstream Charter"/>
                        </a:rPr>
                        <a:t>Live cloud forecast</a:t>
                      </a:r>
                    </a:p>
                  </a:txBody>
                  <a:tcPr marL="91440" marR="91440" marT="45720" marB="45720" anchor="ctr">
                    <a:lnL w="9525">
                      <a:solidFill>
                        <a:srgbClr val="D8DFDC"/>
                      </a:solidFill>
                      <a:prstDash val="solid"/>
                    </a:lnL>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725" b="0">
                          <a:solidFill>
                            <a:srgbClr val="142D31"/>
                          </a:solidFill>
                          <a:latin typeface="Bitstream Charter"/>
                          <a:ea typeface="Bitstream Charter"/>
                          <a:cs typeface="Bitstream Charter"/>
                        </a:rPr>
                        <a:t>QuickML output and exact rules checked</a:t>
                      </a:r>
                    </a:p>
                  </a:txBody>
                  <a:tcPr marL="91440" marR="91440" marT="45720" marB="45720" anchor="ctr">
                    <a:lnR w="9525">
                      <a:solidFill>
                        <a:srgbClr val="D8DFDC"/>
                      </a:solidFill>
                      <a:prstDash val="solid"/>
                    </a:lnR>
                    <a:lnB w="9525">
                      <a:solidFill>
                        <a:srgbClr val="D8DFDC"/>
                      </a:solidFill>
                      <a:prstDash val="solid"/>
                    </a:lnB>
                    <a:solidFill>
                      <a:srgbClr val="F6F5F0"/>
                    </a:solidFill>
                  </a:tcPr>
                </a:tc>
              </a:tr>
              <a:tr h="428625">
                <a:tc>
                  <a:txBody>
                    <a:bodyPr lIns="152400" tIns="95250" rIns="114300" bIns="95250"/>
                    <a:lstStyle/>
                    <a:p>
                      <a:r>
                        <a:rPr sz="1725" b="0">
                          <a:solidFill>
                            <a:srgbClr val="142D31"/>
                          </a:solidFill>
                          <a:latin typeface="Bitstream Charter"/>
                          <a:ea typeface="Bitstream Charter"/>
                          <a:cs typeface="Bitstream Charter"/>
                        </a:rPr>
                        <a:t>Failure handling</a:t>
                      </a:r>
                    </a:p>
                  </a:txBody>
                  <a:tcPr marL="91440" marR="91440" marT="45720" marB="45720" anchor="ctr">
                    <a:lnL w="9525">
                      <a:solidFill>
                        <a:srgbClr val="D8DFDC"/>
                      </a:solidFill>
                      <a:prstDash val="solid"/>
                    </a:lnL>
                    <a:lnR w="9525">
                      <a:solidFill>
                        <a:srgbClr val="D8DFDC"/>
                      </a:solidFill>
                      <a:prstDash val="solid"/>
                    </a:lnR>
                    <a:lnB w="9525">
                      <a:solidFill>
                        <a:srgbClr val="D8DFDC"/>
                      </a:solidFill>
                      <a:prstDash val="solid"/>
                    </a:lnB>
                    <a:solidFill>
                      <a:srgbClr val="F6F5F0"/>
                    </a:solidFill>
                  </a:tcPr>
                </a:tc>
                <a:tc>
                  <a:txBody>
                    <a:bodyPr lIns="152400" tIns="95250" rIns="114300" bIns="95250"/>
                    <a:lstStyle/>
                    <a:p>
                      <a:r>
                        <a:rPr sz="1725" b="0">
                          <a:solidFill>
                            <a:srgbClr val="142D31"/>
                          </a:solidFill>
                          <a:latin typeface="Bitstream Charter"/>
                          <a:ea typeface="Bitstream Charter"/>
                          <a:cs typeface="Bitstream Charter"/>
                        </a:rPr>
                        <a:t>No silent local fallback or dummy output</a:t>
                      </a:r>
                    </a:p>
                  </a:txBody>
                  <a:tcPr marL="91440" marR="91440" marT="45720" marB="45720" anchor="ctr">
                    <a:lnR w="9525">
                      <a:solidFill>
                        <a:srgbClr val="D8DFDC"/>
                      </a:solidFill>
                      <a:prstDash val="solid"/>
                    </a:lnR>
                    <a:lnB w="9525">
                      <a:solidFill>
                        <a:srgbClr val="D8DFDC"/>
                      </a:solidFill>
                      <a:prstDash val="solid"/>
                    </a:lnB>
                    <a:solidFill>
                      <a:srgbClr val="F6F5F0"/>
                    </a:solidFill>
                  </a:tcPr>
                </a:tc>
              </a:tr>
            </a:tbl>
          </a:graphicData>
        </a:graphic>
      </p:graphicFrame>
      <p:sp>
        <p:nvSpPr>
          <p:cNvPr id="8" name="">
            <a:extLst xmlns:a="http://schemas.openxmlformats.org/drawingml/2006/main">
              <a:ext uri="{FF2B5EF4-FFF2-40B4-BE49-F238E27FC236}">
                <a16:creationId xmlns:a16="http://schemas.microsoft.com/office/drawing/2014/main" id="{47072B65-29F1-45F9-8328-01B2A57474FA}"/>
              </a:ext>
            </a:extLst>
          </p:cNvPr>
          <p:cNvSpPr>
            <a:spLocks xmlns:a="http://schemas.openxmlformats.org/drawingml/2006/main" noGrp="1"/>
          </p:cNvSpPr>
          <p:nvPr/>
        </p:nvSpPr>
        <p:spPr>
          <a:xfrm xmlns:a="http://schemas.openxmlformats.org/drawingml/2006/main">
            <a:off x="609600" y="6210300"/>
            <a:ext cx="1019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67074"/>
                </a:solidFill>
                <a:latin typeface="Bitstream Charter"/>
                <a:ea typeface="Bitstream Charter"/>
                <a:cs typeface="Bitstream Charter"/>
              </a:defRPr>
            </a:defPPr>
            <a:lvl1pPr algn="l">
              <a:defRPr sz="1275" b="0">
                <a:solidFill>
                  <a:srgbClr val="567074"/>
                </a:solidFill>
                <a:latin typeface="Bitstream Charter"/>
                <a:ea typeface="Bitstream Charter"/>
                <a:cs typeface="Bitstream Charter"/>
              </a:defRPr>
            </a:lvl1pPr>
            <a:lvl2pPr algn="l">
              <a:defRPr sz="1275" b="0">
                <a:solidFill>
                  <a:srgbClr val="567074"/>
                </a:solidFill>
                <a:latin typeface="Bitstream Charter"/>
                <a:ea typeface="Bitstream Charter"/>
                <a:cs typeface="Bitstream Charter"/>
              </a:defRPr>
            </a:lvl2pPr>
            <a:lvl3pPr algn="l">
              <a:defRPr sz="1275" b="0">
                <a:solidFill>
                  <a:srgbClr val="567074"/>
                </a:solidFill>
                <a:latin typeface="Bitstream Charter"/>
                <a:ea typeface="Bitstream Charter"/>
                <a:cs typeface="Bitstream Charter"/>
              </a:defRPr>
            </a:lvl3pPr>
            <a:lvl4pPr algn="l">
              <a:defRPr sz="1275" b="0">
                <a:solidFill>
                  <a:srgbClr val="567074"/>
                </a:solidFill>
                <a:latin typeface="Bitstream Charter"/>
                <a:ea typeface="Bitstream Charter"/>
                <a:cs typeface="Bitstream Charter"/>
              </a:defRPr>
            </a:lvl4pPr>
            <a:lvl5pPr algn="l">
              <a:defRPr sz="1275" b="0">
                <a:solidFill>
                  <a:srgbClr val="567074"/>
                </a:solidFill>
                <a:latin typeface="Bitstream Charter"/>
                <a:ea typeface="Bitstream Charter"/>
                <a:cs typeface="Bitstream Charter"/>
              </a:defRPr>
            </a:lvl5pPr>
            <a:lvl6pPr algn="l">
              <a:defRPr sz="1275" b="0">
                <a:solidFill>
                  <a:srgbClr val="567074"/>
                </a:solidFill>
                <a:latin typeface="Bitstream Charter"/>
                <a:ea typeface="Bitstream Charter"/>
                <a:cs typeface="Bitstream Charter"/>
              </a:defRPr>
            </a:lvl6pPr>
            <a:lvl7pPr algn="l">
              <a:defRPr sz="1275" b="0">
                <a:solidFill>
                  <a:srgbClr val="567074"/>
                </a:solidFill>
                <a:latin typeface="Bitstream Charter"/>
                <a:ea typeface="Bitstream Charter"/>
                <a:cs typeface="Bitstream Charter"/>
              </a:defRPr>
            </a:lvl7pPr>
            <a:lvl8pPr algn="l">
              <a:defRPr sz="1275" b="0">
                <a:solidFill>
                  <a:srgbClr val="567074"/>
                </a:solidFill>
                <a:latin typeface="Bitstream Charter"/>
                <a:ea typeface="Bitstream Charter"/>
                <a:cs typeface="Bitstream Charter"/>
              </a:defRPr>
            </a:lvl8pPr>
            <a:lvl9pPr algn="l">
              <a:defRPr sz="1275" b="0">
                <a:solidFill>
                  <a:srgbClr val="567074"/>
                </a:solidFill>
                <a:latin typeface="Bitstream Charter"/>
                <a:ea typeface="Bitstream Charter"/>
                <a:cs typeface="Bitstream Charter"/>
              </a:defRPr>
            </a:lvl9pPr>
          </a:lstStyle>
          <a:p xmlns:a="http://schemas.openxmlformats.org/drawingml/2006/main">
            <a:pPr algn="l">
              <a:defRPr sz="1275" b="0">
                <a:solidFill>
                  <a:srgbClr val="567074"/>
                </a:solidFill>
                <a:latin typeface="Bitstream Charter"/>
                <a:ea typeface="Bitstream Charter"/>
                <a:cs typeface="Bitstream Charter"/>
              </a:defRPr>
            </a:pPr>
            <a:r>
              <a:rPr sz="1275" b="0">
                <a:solidFill>
                  <a:srgbClr val="567074"/>
                </a:solidFill>
                <a:latin typeface="Bitstream Charter"/>
                <a:ea typeface="Bitstream Charter"/>
                <a:cs typeface="Bitstream Charter"/>
              </a:rPr>
              <a:t>One finite prediction per input row. Original timestamp order preserved.</a:t>
            </a:r>
          </a:p>
        </p:txBody>
      </p:sp>
    </p:spTree>
    <p:extLst>
      <p:ext uri="{BB962C8B-B14F-4D97-AF65-F5344CB8AC3E}">
        <p14:creationId xmlns:p14="http://schemas.microsoft.com/office/powerpoint/2010/main" val="704661434"/>
      </p:ext>
    </p:extLst>
  </p:cSld>
</p:sld>
</file>

<file path=ppt/slides/slide11.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368522-812C-4258-97BB-E33E040C84CF}"/>
              </a:ext>
            </a:extLst>
          </p:cNvPr>
          <p:cNvSpPr>
            <a:spLocks xmlns:a="http://schemas.openxmlformats.org/drawingml/2006/main" noGrp="1"/>
          </p:cNvSpPr>
          <p:nvPr/>
        </p:nvSpPr>
        <p:spPr>
          <a:xfrm xmlns:a="http://schemas.openxmlformats.org/drawingml/2006/main">
            <a:off x="609600" y="457200"/>
            <a:ext cx="10953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42D31"/>
                </a:solidFill>
                <a:latin typeface="Bitstream Charter"/>
                <a:ea typeface="Bitstream Charter"/>
                <a:cs typeface="Bitstream Charter"/>
              </a:defRPr>
            </a:defPPr>
            <a:lvl1pPr algn="l">
              <a:defRPr sz="3450" b="1">
                <a:solidFill>
                  <a:srgbClr val="142D31"/>
                </a:solidFill>
                <a:latin typeface="Bitstream Charter"/>
                <a:ea typeface="Bitstream Charter"/>
                <a:cs typeface="Bitstream Charter"/>
              </a:defRPr>
            </a:lvl1pPr>
            <a:lvl2pPr algn="l">
              <a:defRPr sz="3450" b="1">
                <a:solidFill>
                  <a:srgbClr val="142D31"/>
                </a:solidFill>
                <a:latin typeface="Bitstream Charter"/>
                <a:ea typeface="Bitstream Charter"/>
                <a:cs typeface="Bitstream Charter"/>
              </a:defRPr>
            </a:lvl2pPr>
            <a:lvl3pPr algn="l">
              <a:defRPr sz="3450" b="1">
                <a:solidFill>
                  <a:srgbClr val="142D31"/>
                </a:solidFill>
                <a:latin typeface="Bitstream Charter"/>
                <a:ea typeface="Bitstream Charter"/>
                <a:cs typeface="Bitstream Charter"/>
              </a:defRPr>
            </a:lvl3pPr>
            <a:lvl4pPr algn="l">
              <a:defRPr sz="3450" b="1">
                <a:solidFill>
                  <a:srgbClr val="142D31"/>
                </a:solidFill>
                <a:latin typeface="Bitstream Charter"/>
                <a:ea typeface="Bitstream Charter"/>
                <a:cs typeface="Bitstream Charter"/>
              </a:defRPr>
            </a:lvl4pPr>
            <a:lvl5pPr algn="l">
              <a:defRPr sz="3450" b="1">
                <a:solidFill>
                  <a:srgbClr val="142D31"/>
                </a:solidFill>
                <a:latin typeface="Bitstream Charter"/>
                <a:ea typeface="Bitstream Charter"/>
                <a:cs typeface="Bitstream Charter"/>
              </a:defRPr>
            </a:lvl5pPr>
            <a:lvl6pPr algn="l">
              <a:defRPr sz="3450" b="1">
                <a:solidFill>
                  <a:srgbClr val="142D31"/>
                </a:solidFill>
                <a:latin typeface="Bitstream Charter"/>
                <a:ea typeface="Bitstream Charter"/>
                <a:cs typeface="Bitstream Charter"/>
              </a:defRPr>
            </a:lvl6pPr>
            <a:lvl7pPr algn="l">
              <a:defRPr sz="3450" b="1">
                <a:solidFill>
                  <a:srgbClr val="142D31"/>
                </a:solidFill>
                <a:latin typeface="Bitstream Charter"/>
                <a:ea typeface="Bitstream Charter"/>
                <a:cs typeface="Bitstream Charter"/>
              </a:defRPr>
            </a:lvl7pPr>
            <a:lvl8pPr algn="l">
              <a:defRPr sz="3450" b="1">
                <a:solidFill>
                  <a:srgbClr val="142D31"/>
                </a:solidFill>
                <a:latin typeface="Bitstream Charter"/>
                <a:ea typeface="Bitstream Charter"/>
                <a:cs typeface="Bitstream Charter"/>
              </a:defRPr>
            </a:lvl8pPr>
            <a:lvl9pPr algn="l">
              <a:defRPr sz="3450" b="1">
                <a:solidFill>
                  <a:srgbClr val="142D31"/>
                </a:solidFill>
                <a:latin typeface="Bitstream Charter"/>
                <a:ea typeface="Bitstream Charter"/>
                <a:cs typeface="Bitstream Charter"/>
              </a:defRPr>
            </a:lvl9pPr>
          </a:lstStyle>
          <a:p xmlns:a="http://schemas.openxmlformats.org/drawingml/2006/main">
            <a:pPr algn="l">
              <a:defRPr sz="3450" b="1">
                <a:solidFill>
                  <a:srgbClr val="142D31"/>
                </a:solidFill>
                <a:latin typeface="Bitstream Charter"/>
                <a:ea typeface="Bitstream Charter"/>
                <a:cs typeface="Bitstream Charter"/>
              </a:defRPr>
            </a:pPr>
            <a:r>
              <a:rPr sz="3450" b="1">
                <a:solidFill>
                  <a:srgbClr val="142D31"/>
                </a:solidFill>
                <a:latin typeface="Bitstream Charter"/>
                <a:ea typeface="Bitstream Charter"/>
                <a:cs typeface="Bitstream Charter"/>
              </a:rPr>
              <a:t>A lean prototype with a clear next step</a:t>
            </a:r>
          </a:p>
        </p:txBody>
      </p:sp>
      <p:sp>
        <p:nvSpPr>
          <p:cNvPr id="2" name="">
            <a:extLst xmlns:a="http://schemas.openxmlformats.org/drawingml/2006/main">
              <a:ext uri="{FF2B5EF4-FFF2-40B4-BE49-F238E27FC236}">
                <a16:creationId xmlns:a16="http://schemas.microsoft.com/office/drawing/2014/main" id="{8EF8E9B1-A194-4A04-A317-A5144C534570}"/>
              </a:ext>
            </a:extLst>
          </p:cNvPr>
          <p:cNvSpPr>
            <a:spLocks xmlns:a="http://schemas.openxmlformats.org/drawingml/2006/main" noGrp="1"/>
          </p:cNvSpPr>
          <p:nvPr/>
        </p:nvSpPr>
        <p:spPr>
          <a:xfrm xmlns:a="http://schemas.openxmlformats.org/drawingml/2006/main">
            <a:off x="11096625" y="63817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7074"/>
                </a:solidFill>
                <a:latin typeface="Bitstream Charter"/>
                <a:ea typeface="Bitstream Charter"/>
                <a:cs typeface="Bitstream Charter"/>
              </a:defRPr>
            </a:defPPr>
            <a:lvl1pPr algn="r">
              <a:defRPr sz="1275" b="0">
                <a:solidFill>
                  <a:srgbClr val="567074"/>
                </a:solidFill>
                <a:latin typeface="Bitstream Charter"/>
                <a:ea typeface="Bitstream Charter"/>
                <a:cs typeface="Bitstream Charter"/>
              </a:defRPr>
            </a:lvl1pPr>
            <a:lvl2pPr algn="r">
              <a:defRPr sz="1275" b="0">
                <a:solidFill>
                  <a:srgbClr val="567074"/>
                </a:solidFill>
                <a:latin typeface="Bitstream Charter"/>
                <a:ea typeface="Bitstream Charter"/>
                <a:cs typeface="Bitstream Charter"/>
              </a:defRPr>
            </a:lvl2pPr>
            <a:lvl3pPr algn="r">
              <a:defRPr sz="1275" b="0">
                <a:solidFill>
                  <a:srgbClr val="567074"/>
                </a:solidFill>
                <a:latin typeface="Bitstream Charter"/>
                <a:ea typeface="Bitstream Charter"/>
                <a:cs typeface="Bitstream Charter"/>
              </a:defRPr>
            </a:lvl3pPr>
            <a:lvl4pPr algn="r">
              <a:defRPr sz="1275" b="0">
                <a:solidFill>
                  <a:srgbClr val="567074"/>
                </a:solidFill>
                <a:latin typeface="Bitstream Charter"/>
                <a:ea typeface="Bitstream Charter"/>
                <a:cs typeface="Bitstream Charter"/>
              </a:defRPr>
            </a:lvl4pPr>
            <a:lvl5pPr algn="r">
              <a:defRPr sz="1275" b="0">
                <a:solidFill>
                  <a:srgbClr val="567074"/>
                </a:solidFill>
                <a:latin typeface="Bitstream Charter"/>
                <a:ea typeface="Bitstream Charter"/>
                <a:cs typeface="Bitstream Charter"/>
              </a:defRPr>
            </a:lvl5pPr>
            <a:lvl6pPr algn="r">
              <a:defRPr sz="1275" b="0">
                <a:solidFill>
                  <a:srgbClr val="567074"/>
                </a:solidFill>
                <a:latin typeface="Bitstream Charter"/>
                <a:ea typeface="Bitstream Charter"/>
                <a:cs typeface="Bitstream Charter"/>
              </a:defRPr>
            </a:lvl6pPr>
            <a:lvl7pPr algn="r">
              <a:defRPr sz="1275" b="0">
                <a:solidFill>
                  <a:srgbClr val="567074"/>
                </a:solidFill>
                <a:latin typeface="Bitstream Charter"/>
                <a:ea typeface="Bitstream Charter"/>
                <a:cs typeface="Bitstream Charter"/>
              </a:defRPr>
            </a:lvl7pPr>
            <a:lvl8pPr algn="r">
              <a:defRPr sz="1275" b="0">
                <a:solidFill>
                  <a:srgbClr val="567074"/>
                </a:solidFill>
                <a:latin typeface="Bitstream Charter"/>
                <a:ea typeface="Bitstream Charter"/>
                <a:cs typeface="Bitstream Charter"/>
              </a:defRPr>
            </a:lvl8pPr>
            <a:lvl9pPr algn="r">
              <a:defRPr sz="1275" b="0">
                <a:solidFill>
                  <a:srgbClr val="567074"/>
                </a:solidFill>
                <a:latin typeface="Bitstream Charter"/>
                <a:ea typeface="Bitstream Charter"/>
                <a:cs typeface="Bitstream Charter"/>
              </a:defRPr>
            </a:lvl9pPr>
          </a:lstStyle>
          <a:p xmlns:a="http://schemas.openxmlformats.org/drawingml/2006/main">
            <a:pPr algn="r">
              <a:defRPr sz="1275" b="0">
                <a:solidFill>
                  <a:srgbClr val="567074"/>
                </a:solidFill>
                <a:latin typeface="Bitstream Charter"/>
                <a:ea typeface="Bitstream Charter"/>
                <a:cs typeface="Bitstream Charter"/>
              </a:defRPr>
            </a:pPr>
            <a:r>
              <a:rPr sz="1275" b="0">
                <a:solidFill>
                  <a:srgbClr val="567074"/>
                </a:solidFill>
                <a:latin typeface="Bitstream Charter"/>
                <a:ea typeface="Bitstream Charter"/>
                <a:cs typeface="Bitstream Charter"/>
              </a:rPr>
              <a:t>11</a:t>
            </a:r>
          </a:p>
        </p:txBody>
      </p:sp>
      <p:sp>
        <p:nvSpPr>
          <p:cNvPr id="3" name="">
            <a:extLst xmlns:a="http://schemas.openxmlformats.org/drawingml/2006/main">
              <a:ext uri="{FF2B5EF4-FFF2-40B4-BE49-F238E27FC236}">
                <a16:creationId xmlns:a16="http://schemas.microsoft.com/office/drawing/2014/main" id="{E4BAA5A2-5087-416D-BA9C-97EB06C049DC}"/>
              </a:ext>
            </a:extLst>
          </p:cNvPr>
          <p:cNvSpPr>
            <a:spLocks xmlns:a="http://schemas.openxmlformats.org/drawingml/2006/main" noGrp="1"/>
          </p:cNvSpPr>
          <p:nvPr/>
        </p:nvSpPr>
        <p:spPr>
          <a:xfrm xmlns:a="http://schemas.openxmlformats.org/drawingml/2006/main">
            <a:off x="609600" y="1905000"/>
            <a:ext cx="5191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68B78"/>
                </a:solidFill>
                <a:latin typeface="Bitstream Charter"/>
                <a:ea typeface="Bitstream Charter"/>
                <a:cs typeface="Bitstream Charter"/>
              </a:defRPr>
            </a:defPPr>
            <a:lvl1pPr algn="l">
              <a:defRPr sz="2550" b="1">
                <a:solidFill>
                  <a:srgbClr val="168B78"/>
                </a:solidFill>
                <a:latin typeface="Bitstream Charter"/>
                <a:ea typeface="Bitstream Charter"/>
                <a:cs typeface="Bitstream Charter"/>
              </a:defRPr>
            </a:lvl1pPr>
            <a:lvl2pPr algn="l">
              <a:defRPr sz="2550" b="1">
                <a:solidFill>
                  <a:srgbClr val="168B78"/>
                </a:solidFill>
                <a:latin typeface="Bitstream Charter"/>
                <a:ea typeface="Bitstream Charter"/>
                <a:cs typeface="Bitstream Charter"/>
              </a:defRPr>
            </a:lvl2pPr>
            <a:lvl3pPr algn="l">
              <a:defRPr sz="2550" b="1">
                <a:solidFill>
                  <a:srgbClr val="168B78"/>
                </a:solidFill>
                <a:latin typeface="Bitstream Charter"/>
                <a:ea typeface="Bitstream Charter"/>
                <a:cs typeface="Bitstream Charter"/>
              </a:defRPr>
            </a:lvl3pPr>
            <a:lvl4pPr algn="l">
              <a:defRPr sz="2550" b="1">
                <a:solidFill>
                  <a:srgbClr val="168B78"/>
                </a:solidFill>
                <a:latin typeface="Bitstream Charter"/>
                <a:ea typeface="Bitstream Charter"/>
                <a:cs typeface="Bitstream Charter"/>
              </a:defRPr>
            </a:lvl4pPr>
            <a:lvl5pPr algn="l">
              <a:defRPr sz="2550" b="1">
                <a:solidFill>
                  <a:srgbClr val="168B78"/>
                </a:solidFill>
                <a:latin typeface="Bitstream Charter"/>
                <a:ea typeface="Bitstream Charter"/>
                <a:cs typeface="Bitstream Charter"/>
              </a:defRPr>
            </a:lvl5pPr>
            <a:lvl6pPr algn="l">
              <a:defRPr sz="2550" b="1">
                <a:solidFill>
                  <a:srgbClr val="168B78"/>
                </a:solidFill>
                <a:latin typeface="Bitstream Charter"/>
                <a:ea typeface="Bitstream Charter"/>
                <a:cs typeface="Bitstream Charter"/>
              </a:defRPr>
            </a:lvl6pPr>
            <a:lvl7pPr algn="l">
              <a:defRPr sz="2550" b="1">
                <a:solidFill>
                  <a:srgbClr val="168B78"/>
                </a:solidFill>
                <a:latin typeface="Bitstream Charter"/>
                <a:ea typeface="Bitstream Charter"/>
                <a:cs typeface="Bitstream Charter"/>
              </a:defRPr>
            </a:lvl7pPr>
            <a:lvl8pPr algn="l">
              <a:defRPr sz="2550" b="1">
                <a:solidFill>
                  <a:srgbClr val="168B78"/>
                </a:solidFill>
                <a:latin typeface="Bitstream Charter"/>
                <a:ea typeface="Bitstream Charter"/>
                <a:cs typeface="Bitstream Charter"/>
              </a:defRPr>
            </a:lvl8pPr>
            <a:lvl9pPr algn="l">
              <a:defRPr sz="2550" b="1">
                <a:solidFill>
                  <a:srgbClr val="168B78"/>
                </a:solidFill>
                <a:latin typeface="Bitstream Charter"/>
                <a:ea typeface="Bitstream Charter"/>
                <a:cs typeface="Bitstream Charter"/>
              </a:defRPr>
            </a:lvl9pPr>
          </a:lstStyle>
          <a:p xmlns:a="http://schemas.openxmlformats.org/drawingml/2006/main">
            <a:pPr algn="l">
              <a:defRPr sz="2550" b="1">
                <a:solidFill>
                  <a:srgbClr val="168B78"/>
                </a:solidFill>
                <a:latin typeface="Bitstream Charter"/>
                <a:ea typeface="Bitstream Charter"/>
                <a:cs typeface="Bitstream Charter"/>
              </a:defRPr>
            </a:pPr>
            <a:r>
              <a:rPr sz="2550" b="1">
                <a:solidFill>
                  <a:srgbClr val="168B78"/>
                </a:solidFill>
                <a:latin typeface="Bitstream Charter"/>
                <a:ea typeface="Bitstream Charter"/>
                <a:cs typeface="Bitstream Charter"/>
              </a:rPr>
              <a:t>Implemented</a:t>
            </a:r>
          </a:p>
        </p:txBody>
      </p:sp>
      <p:sp>
        <p:nvSpPr>
          <p:cNvPr id="4" name="">
            <a:extLst xmlns:a="http://schemas.openxmlformats.org/drawingml/2006/main">
              <a:ext uri="{FF2B5EF4-FFF2-40B4-BE49-F238E27FC236}">
                <a16:creationId xmlns:a16="http://schemas.microsoft.com/office/drawing/2014/main" id="{A2D4499A-817B-44D7-A019-3E1136CFB492}"/>
              </a:ext>
            </a:extLst>
          </p:cNvPr>
          <p:cNvSpPr>
            <a:spLocks xmlns:a="http://schemas.openxmlformats.org/drawingml/2006/main" noGrp="1"/>
          </p:cNvSpPr>
          <p:nvPr/>
        </p:nvSpPr>
        <p:spPr>
          <a:xfrm xmlns:a="http://schemas.openxmlformats.org/drawingml/2006/main">
            <a:off x="609600" y="2667000"/>
            <a:ext cx="5381625"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142D31"/>
                </a:solidFill>
                <a:latin typeface="Bitstream Charter"/>
                <a:ea typeface="Bitstream Charter"/>
                <a:cs typeface="Bitstream Charter"/>
              </a:defRPr>
            </a:defPPr>
            <a:lvl1pPr algn="l">
              <a:defRPr sz="2175" b="0">
                <a:solidFill>
                  <a:srgbClr val="142D31"/>
                </a:solidFill>
                <a:latin typeface="Bitstream Charter"/>
                <a:ea typeface="Bitstream Charter"/>
                <a:cs typeface="Bitstream Charter"/>
              </a:defRPr>
            </a:lvl1pPr>
            <a:lvl2pPr algn="l">
              <a:defRPr sz="2175" b="0">
                <a:solidFill>
                  <a:srgbClr val="142D31"/>
                </a:solidFill>
                <a:latin typeface="Bitstream Charter"/>
                <a:ea typeface="Bitstream Charter"/>
                <a:cs typeface="Bitstream Charter"/>
              </a:defRPr>
            </a:lvl2pPr>
            <a:lvl3pPr algn="l">
              <a:defRPr sz="2175" b="0">
                <a:solidFill>
                  <a:srgbClr val="142D31"/>
                </a:solidFill>
                <a:latin typeface="Bitstream Charter"/>
                <a:ea typeface="Bitstream Charter"/>
                <a:cs typeface="Bitstream Charter"/>
              </a:defRPr>
            </a:lvl3pPr>
            <a:lvl4pPr algn="l">
              <a:defRPr sz="2175" b="0">
                <a:solidFill>
                  <a:srgbClr val="142D31"/>
                </a:solidFill>
                <a:latin typeface="Bitstream Charter"/>
                <a:ea typeface="Bitstream Charter"/>
                <a:cs typeface="Bitstream Charter"/>
              </a:defRPr>
            </a:lvl4pPr>
            <a:lvl5pPr algn="l">
              <a:defRPr sz="2175" b="0">
                <a:solidFill>
                  <a:srgbClr val="142D31"/>
                </a:solidFill>
                <a:latin typeface="Bitstream Charter"/>
                <a:ea typeface="Bitstream Charter"/>
                <a:cs typeface="Bitstream Charter"/>
              </a:defRPr>
            </a:lvl5pPr>
            <a:lvl6pPr algn="l">
              <a:defRPr sz="2175" b="0">
                <a:solidFill>
                  <a:srgbClr val="142D31"/>
                </a:solidFill>
                <a:latin typeface="Bitstream Charter"/>
                <a:ea typeface="Bitstream Charter"/>
                <a:cs typeface="Bitstream Charter"/>
              </a:defRPr>
            </a:lvl6pPr>
            <a:lvl7pPr algn="l">
              <a:defRPr sz="2175" b="0">
                <a:solidFill>
                  <a:srgbClr val="142D31"/>
                </a:solidFill>
                <a:latin typeface="Bitstream Charter"/>
                <a:ea typeface="Bitstream Charter"/>
                <a:cs typeface="Bitstream Charter"/>
              </a:defRPr>
            </a:lvl7pPr>
            <a:lvl8pPr algn="l">
              <a:defRPr sz="2175" b="0">
                <a:solidFill>
                  <a:srgbClr val="142D31"/>
                </a:solidFill>
                <a:latin typeface="Bitstream Charter"/>
                <a:ea typeface="Bitstream Charter"/>
                <a:cs typeface="Bitstream Charter"/>
              </a:defRPr>
            </a:lvl8pPr>
            <a:lvl9pPr algn="l">
              <a:defRPr sz="2175" b="0">
                <a:solidFill>
                  <a:srgbClr val="142D31"/>
                </a:solidFill>
                <a:latin typeface="Bitstream Charter"/>
                <a:ea typeface="Bitstream Charter"/>
                <a:cs typeface="Bitstream Charter"/>
              </a:defRPr>
            </a:lvl9pPr>
          </a:lstStyle>
          <a:p xmlns:a="http://schemas.openxmlformats.org/drawingml/2006/main">
            <a:pPr algn="l">
              <a:defRPr sz="2175" b="0">
                <a:solidFill>
                  <a:srgbClr val="142D31"/>
                </a:solidFill>
                <a:latin typeface="Bitstream Charter"/>
                <a:ea typeface="Bitstream Charter"/>
                <a:cs typeface="Bitstream Charter"/>
              </a:defRPr>
            </a:pPr>
            <a:r>
              <a:rPr sz="2175" b="0">
                <a:solidFill>
                  <a:srgbClr val="142D31"/>
                </a:solidFill>
                <a:latin typeface="Bitstream Charter"/>
                <a:ea typeface="Bitstream Charter"/>
                <a:cs typeface="Bitstream Charter"/>
              </a:rPr>
              <a:t>4,000 supplied training rows</a:t>
            </a:r>
          </a:p>
          <a:p xmlns:a="http://schemas.openxmlformats.org/drawingml/2006/main">
            <a:r>
              <a:t/>
            </a:r>
          </a:p>
          <a:p xmlns:a="http://schemas.openxmlformats.org/drawingml/2006/main">
            <a:pPr algn="l">
              <a:defRPr sz="2175" b="0">
                <a:solidFill>
                  <a:srgbClr val="142D31"/>
                </a:solidFill>
                <a:latin typeface="Bitstream Charter"/>
                <a:ea typeface="Bitstream Charter"/>
                <a:cs typeface="Bitstream Charter"/>
              </a:defRPr>
            </a:pPr>
            <a:r>
              <a:rPr sz="2175" b="0">
                <a:solidFill>
                  <a:srgbClr val="142D31"/>
                </a:solidFill>
                <a:latin typeface="Bitstream Charter"/>
                <a:ea typeface="Bitstream Charter"/>
                <a:cs typeface="Bitstream Charter"/>
              </a:rPr>
              <a:t>CPU development on a 16 GB laptop</a:t>
            </a:r>
          </a:p>
          <a:p xmlns:a="http://schemas.openxmlformats.org/drawingml/2006/main">
            <a:r>
              <a:t/>
            </a:r>
          </a:p>
          <a:p xmlns:a="http://schemas.openxmlformats.org/drawingml/2006/main">
            <a:pPr algn="l">
              <a:defRPr sz="2175" b="0">
                <a:solidFill>
                  <a:srgbClr val="142D31"/>
                </a:solidFill>
                <a:latin typeface="Bitstream Charter"/>
                <a:ea typeface="Bitstream Charter"/>
                <a:cs typeface="Bitstream Charter"/>
              </a:defRPr>
            </a:pPr>
            <a:r>
              <a:rPr sz="2175" b="0">
                <a:solidFill>
                  <a:srgbClr val="142D31"/>
                </a:solidFill>
                <a:latin typeface="Bitstream Charter"/>
                <a:ea typeface="Bitstream Charter"/>
                <a:cs typeface="Bitstream Charter"/>
              </a:rPr>
              <a:t>QuickML inference on Catalyst</a:t>
            </a:r>
          </a:p>
          <a:p xmlns:a="http://schemas.openxmlformats.org/drawingml/2006/main">
            <a:r>
              <a:t/>
            </a:r>
          </a:p>
          <a:p xmlns:a="http://schemas.openxmlformats.org/drawingml/2006/main">
            <a:pPr algn="l">
              <a:defRPr sz="2175" b="0">
                <a:solidFill>
                  <a:srgbClr val="142D31"/>
                </a:solidFill>
                <a:latin typeface="Bitstream Charter"/>
                <a:ea typeface="Bitstream Charter"/>
                <a:cs typeface="Bitstream Charter"/>
              </a:defRPr>
            </a:pPr>
            <a:r>
              <a:rPr sz="2175" b="0">
                <a:solidFill>
                  <a:srgbClr val="142D31"/>
                </a:solidFill>
                <a:latin typeface="Bitstream Charter"/>
                <a:ea typeface="Bitstream Charter"/>
                <a:cs typeface="Bitstream Charter"/>
              </a:rPr>
              <a:t>Transparent battery shortfall reporting</a:t>
            </a:r>
          </a:p>
        </p:txBody>
      </p:sp>
      <p:sp>
        <p:nvSpPr>
          <p:cNvPr id="5" name="">
            <a:extLst xmlns:a="http://schemas.openxmlformats.org/drawingml/2006/main">
              <a:ext uri="{FF2B5EF4-FFF2-40B4-BE49-F238E27FC236}">
                <a16:creationId xmlns:a16="http://schemas.microsoft.com/office/drawing/2014/main" id="{0AF52CFA-F439-4B77-8B67-92410B224FA5}"/>
              </a:ext>
            </a:extLst>
          </p:cNvPr>
          <p:cNvSpPr>
            <a:spLocks xmlns:a="http://schemas.openxmlformats.org/drawingml/2006/main" noGrp="1"/>
          </p:cNvSpPr>
          <p:nvPr/>
        </p:nvSpPr>
        <p:spPr>
          <a:xfrm xmlns:a="http://schemas.openxmlformats.org/drawingml/2006/main">
            <a:off x="7239000" y="1905000"/>
            <a:ext cx="4333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68B78"/>
                </a:solidFill>
                <a:latin typeface="Bitstream Charter"/>
                <a:ea typeface="Bitstream Charter"/>
                <a:cs typeface="Bitstream Charter"/>
              </a:defRPr>
            </a:defPPr>
            <a:lvl1pPr algn="l">
              <a:defRPr sz="2550" b="1">
                <a:solidFill>
                  <a:srgbClr val="168B78"/>
                </a:solidFill>
                <a:latin typeface="Bitstream Charter"/>
                <a:ea typeface="Bitstream Charter"/>
                <a:cs typeface="Bitstream Charter"/>
              </a:defRPr>
            </a:lvl1pPr>
            <a:lvl2pPr algn="l">
              <a:defRPr sz="2550" b="1">
                <a:solidFill>
                  <a:srgbClr val="168B78"/>
                </a:solidFill>
                <a:latin typeface="Bitstream Charter"/>
                <a:ea typeface="Bitstream Charter"/>
                <a:cs typeface="Bitstream Charter"/>
              </a:defRPr>
            </a:lvl2pPr>
            <a:lvl3pPr algn="l">
              <a:defRPr sz="2550" b="1">
                <a:solidFill>
                  <a:srgbClr val="168B78"/>
                </a:solidFill>
                <a:latin typeface="Bitstream Charter"/>
                <a:ea typeface="Bitstream Charter"/>
                <a:cs typeface="Bitstream Charter"/>
              </a:defRPr>
            </a:lvl3pPr>
            <a:lvl4pPr algn="l">
              <a:defRPr sz="2550" b="1">
                <a:solidFill>
                  <a:srgbClr val="168B78"/>
                </a:solidFill>
                <a:latin typeface="Bitstream Charter"/>
                <a:ea typeface="Bitstream Charter"/>
                <a:cs typeface="Bitstream Charter"/>
              </a:defRPr>
            </a:lvl4pPr>
            <a:lvl5pPr algn="l">
              <a:defRPr sz="2550" b="1">
                <a:solidFill>
                  <a:srgbClr val="168B78"/>
                </a:solidFill>
                <a:latin typeface="Bitstream Charter"/>
                <a:ea typeface="Bitstream Charter"/>
                <a:cs typeface="Bitstream Charter"/>
              </a:defRPr>
            </a:lvl5pPr>
            <a:lvl6pPr algn="l">
              <a:defRPr sz="2550" b="1">
                <a:solidFill>
                  <a:srgbClr val="168B78"/>
                </a:solidFill>
                <a:latin typeface="Bitstream Charter"/>
                <a:ea typeface="Bitstream Charter"/>
                <a:cs typeface="Bitstream Charter"/>
              </a:defRPr>
            </a:lvl6pPr>
            <a:lvl7pPr algn="l">
              <a:defRPr sz="2550" b="1">
                <a:solidFill>
                  <a:srgbClr val="168B78"/>
                </a:solidFill>
                <a:latin typeface="Bitstream Charter"/>
                <a:ea typeface="Bitstream Charter"/>
                <a:cs typeface="Bitstream Charter"/>
              </a:defRPr>
            </a:lvl7pPr>
            <a:lvl8pPr algn="l">
              <a:defRPr sz="2550" b="1">
                <a:solidFill>
                  <a:srgbClr val="168B78"/>
                </a:solidFill>
                <a:latin typeface="Bitstream Charter"/>
                <a:ea typeface="Bitstream Charter"/>
                <a:cs typeface="Bitstream Charter"/>
              </a:defRPr>
            </a:lvl8pPr>
            <a:lvl9pPr algn="l">
              <a:defRPr sz="2550" b="1">
                <a:solidFill>
                  <a:srgbClr val="168B78"/>
                </a:solidFill>
                <a:latin typeface="Bitstream Charter"/>
                <a:ea typeface="Bitstream Charter"/>
                <a:cs typeface="Bitstream Charter"/>
              </a:defRPr>
            </a:lvl9pPr>
          </a:lstStyle>
          <a:p xmlns:a="http://schemas.openxmlformats.org/drawingml/2006/main">
            <a:pPr algn="l">
              <a:defRPr sz="2550" b="1">
                <a:solidFill>
                  <a:srgbClr val="168B78"/>
                </a:solidFill>
                <a:latin typeface="Bitstream Charter"/>
                <a:ea typeface="Bitstream Charter"/>
                <a:cs typeface="Bitstream Charter"/>
              </a:defRPr>
            </a:pPr>
            <a:r>
              <a:rPr sz="2550" b="1">
                <a:solidFill>
                  <a:srgbClr val="168B78"/>
                </a:solidFill>
                <a:latin typeface="Bitstream Charter"/>
                <a:ea typeface="Bitstream Charter"/>
                <a:cs typeface="Bitstream Charter"/>
              </a:rPr>
              <a:t>Next validation</a:t>
            </a:r>
          </a:p>
        </p:txBody>
      </p:sp>
      <p:sp>
        <p:nvSpPr>
          <p:cNvPr id="6" name="">
            <a:extLst xmlns:a="http://schemas.openxmlformats.org/drawingml/2006/main">
              <a:ext uri="{FF2B5EF4-FFF2-40B4-BE49-F238E27FC236}">
                <a16:creationId xmlns:a16="http://schemas.microsoft.com/office/drawing/2014/main" id="{8A24ECFE-D493-4EB4-90E8-7C01E1076948}"/>
              </a:ext>
            </a:extLst>
          </p:cNvPr>
          <p:cNvSpPr>
            <a:spLocks xmlns:a="http://schemas.openxmlformats.org/drawingml/2006/main" noGrp="1"/>
          </p:cNvSpPr>
          <p:nvPr/>
        </p:nvSpPr>
        <p:spPr>
          <a:xfrm xmlns:a="http://schemas.openxmlformats.org/drawingml/2006/main">
            <a:off x="7239000" y="2667000"/>
            <a:ext cx="4333875"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142D31"/>
                </a:solidFill>
                <a:latin typeface="Bitstream Charter"/>
                <a:ea typeface="Bitstream Charter"/>
                <a:cs typeface="Bitstream Charter"/>
              </a:defRPr>
            </a:defPPr>
            <a:lvl1pPr algn="l">
              <a:defRPr sz="2175" b="0">
                <a:solidFill>
                  <a:srgbClr val="142D31"/>
                </a:solidFill>
                <a:latin typeface="Bitstream Charter"/>
                <a:ea typeface="Bitstream Charter"/>
                <a:cs typeface="Bitstream Charter"/>
              </a:defRPr>
            </a:lvl1pPr>
            <a:lvl2pPr algn="l">
              <a:defRPr sz="2175" b="0">
                <a:solidFill>
                  <a:srgbClr val="142D31"/>
                </a:solidFill>
                <a:latin typeface="Bitstream Charter"/>
                <a:ea typeface="Bitstream Charter"/>
                <a:cs typeface="Bitstream Charter"/>
              </a:defRPr>
            </a:lvl2pPr>
            <a:lvl3pPr algn="l">
              <a:defRPr sz="2175" b="0">
                <a:solidFill>
                  <a:srgbClr val="142D31"/>
                </a:solidFill>
                <a:latin typeface="Bitstream Charter"/>
                <a:ea typeface="Bitstream Charter"/>
                <a:cs typeface="Bitstream Charter"/>
              </a:defRPr>
            </a:lvl3pPr>
            <a:lvl4pPr algn="l">
              <a:defRPr sz="2175" b="0">
                <a:solidFill>
                  <a:srgbClr val="142D31"/>
                </a:solidFill>
                <a:latin typeface="Bitstream Charter"/>
                <a:ea typeface="Bitstream Charter"/>
                <a:cs typeface="Bitstream Charter"/>
              </a:defRPr>
            </a:lvl4pPr>
            <a:lvl5pPr algn="l">
              <a:defRPr sz="2175" b="0">
                <a:solidFill>
                  <a:srgbClr val="142D31"/>
                </a:solidFill>
                <a:latin typeface="Bitstream Charter"/>
                <a:ea typeface="Bitstream Charter"/>
                <a:cs typeface="Bitstream Charter"/>
              </a:defRPr>
            </a:lvl5pPr>
            <a:lvl6pPr algn="l">
              <a:defRPr sz="2175" b="0">
                <a:solidFill>
                  <a:srgbClr val="142D31"/>
                </a:solidFill>
                <a:latin typeface="Bitstream Charter"/>
                <a:ea typeface="Bitstream Charter"/>
                <a:cs typeface="Bitstream Charter"/>
              </a:defRPr>
            </a:lvl6pPr>
            <a:lvl7pPr algn="l">
              <a:defRPr sz="2175" b="0">
                <a:solidFill>
                  <a:srgbClr val="142D31"/>
                </a:solidFill>
                <a:latin typeface="Bitstream Charter"/>
                <a:ea typeface="Bitstream Charter"/>
                <a:cs typeface="Bitstream Charter"/>
              </a:defRPr>
            </a:lvl7pPr>
            <a:lvl8pPr algn="l">
              <a:defRPr sz="2175" b="0">
                <a:solidFill>
                  <a:srgbClr val="142D31"/>
                </a:solidFill>
                <a:latin typeface="Bitstream Charter"/>
                <a:ea typeface="Bitstream Charter"/>
                <a:cs typeface="Bitstream Charter"/>
              </a:defRPr>
            </a:lvl8pPr>
            <a:lvl9pPr algn="l">
              <a:defRPr sz="2175" b="0">
                <a:solidFill>
                  <a:srgbClr val="142D31"/>
                </a:solidFill>
                <a:latin typeface="Bitstream Charter"/>
                <a:ea typeface="Bitstream Charter"/>
                <a:cs typeface="Bitstream Charter"/>
              </a:defRPr>
            </a:lvl9pPr>
          </a:lstStyle>
          <a:p xmlns:a="http://schemas.openxmlformats.org/drawingml/2006/main">
            <a:pPr algn="l">
              <a:defRPr sz="2175" b="0">
                <a:solidFill>
                  <a:srgbClr val="142D31"/>
                </a:solidFill>
                <a:latin typeface="Bitstream Charter"/>
                <a:ea typeface="Bitstream Charter"/>
                <a:cs typeface="Bitstream Charter"/>
              </a:defRPr>
            </a:pPr>
            <a:r>
              <a:rPr sz="2175" b="0">
                <a:solidFill>
                  <a:srgbClr val="142D31"/>
                </a:solidFill>
                <a:latin typeface="Bitstream Charter"/>
                <a:ea typeface="Bitstream Charter"/>
                <a:cs typeface="Bitstream Charter"/>
              </a:rPr>
              <a:t>Weather provider integration</a:t>
            </a:r>
          </a:p>
          <a:p xmlns:a="http://schemas.openxmlformats.org/drawingml/2006/main">
            <a:r>
              <a:t/>
            </a:r>
          </a:p>
          <a:p xmlns:a="http://schemas.openxmlformats.org/drawingml/2006/main">
            <a:pPr algn="l">
              <a:defRPr sz="2175" b="0">
                <a:solidFill>
                  <a:srgbClr val="142D31"/>
                </a:solidFill>
                <a:latin typeface="Bitstream Charter"/>
                <a:ea typeface="Bitstream Charter"/>
                <a:cs typeface="Bitstream Charter"/>
              </a:defRPr>
            </a:pPr>
            <a:r>
              <a:rPr sz="2175" b="0">
                <a:solidFill>
                  <a:srgbClr val="142D31"/>
                </a:solidFill>
                <a:latin typeface="Bitstream Charter"/>
                <a:ea typeface="Bitstream Charter"/>
                <a:cs typeface="Bitstream Charter"/>
              </a:rPr>
              <a:t>Forecast uncertainty calibration</a:t>
            </a:r>
          </a:p>
          <a:p xmlns:a="http://schemas.openxmlformats.org/drawingml/2006/main">
            <a:r>
              <a:t/>
            </a:r>
          </a:p>
          <a:p xmlns:a="http://schemas.openxmlformats.org/drawingml/2006/main">
            <a:pPr algn="l">
              <a:defRPr sz="2175" b="0">
                <a:solidFill>
                  <a:srgbClr val="142D31"/>
                </a:solidFill>
                <a:latin typeface="Bitstream Charter"/>
                <a:ea typeface="Bitstream Charter"/>
                <a:cs typeface="Bitstream Charter"/>
              </a:defRPr>
            </a:pPr>
            <a:r>
              <a:rPr sz="2175" b="0">
                <a:solidFill>
                  <a:srgbClr val="142D31"/>
                </a:solidFill>
                <a:latin typeface="Bitstream Charter"/>
                <a:ea typeface="Bitstream Charter"/>
                <a:cs typeface="Bitstream Charter"/>
              </a:rPr>
              <a:t>Operator-approved overrides</a:t>
            </a:r>
          </a:p>
          <a:p xmlns:a="http://schemas.openxmlformats.org/drawingml/2006/main">
            <a:r>
              <a:t/>
            </a:r>
          </a:p>
          <a:p xmlns:a="http://schemas.openxmlformats.org/drawingml/2006/main">
            <a:pPr algn="l">
              <a:defRPr sz="2175" b="0">
                <a:solidFill>
                  <a:srgbClr val="142D31"/>
                </a:solidFill>
                <a:latin typeface="Bitstream Charter"/>
                <a:ea typeface="Bitstream Charter"/>
                <a:cs typeface="Bitstream Charter"/>
              </a:defRPr>
            </a:pPr>
            <a:r>
              <a:rPr sz="2175" b="0">
                <a:solidFill>
                  <a:srgbClr val="142D31"/>
                </a:solidFill>
                <a:latin typeface="Bitstream Charter"/>
                <a:ea typeface="Bitstream Charter"/>
                <a:cs typeface="Bitstream Charter"/>
              </a:rPr>
              <a:t>Persistent telemetry and job storage</a:t>
            </a:r>
          </a:p>
        </p:txBody>
      </p:sp>
      <p:sp>
        <p:nvSpPr>
          <p:cNvPr id="7" name="">
            <a:extLst xmlns:a="http://schemas.openxmlformats.org/drawingml/2006/main">
              <a:ext uri="{FF2B5EF4-FFF2-40B4-BE49-F238E27FC236}">
                <a16:creationId xmlns:a16="http://schemas.microsoft.com/office/drawing/2014/main" id="{D423D3E2-6E80-4A06-B112-3E5D0E561214}"/>
              </a:ext>
            </a:extLst>
          </p:cNvPr>
          <p:cNvSpPr>
            <a:spLocks xmlns:a="http://schemas.openxmlformats.org/drawingml/2006/main" noGrp="1"/>
          </p:cNvSpPr>
          <p:nvPr/>
        </p:nvSpPr>
        <p:spPr>
          <a:xfrm xmlns:a="http://schemas.openxmlformats.org/drawingml/2006/main">
            <a:off x="609600" y="6210300"/>
            <a:ext cx="1019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67074"/>
                </a:solidFill>
                <a:latin typeface="Bitstream Charter"/>
                <a:ea typeface="Bitstream Charter"/>
                <a:cs typeface="Bitstream Charter"/>
              </a:defRPr>
            </a:defPPr>
            <a:lvl1pPr algn="l">
              <a:defRPr sz="1275" b="0">
                <a:solidFill>
                  <a:srgbClr val="567074"/>
                </a:solidFill>
                <a:latin typeface="Bitstream Charter"/>
                <a:ea typeface="Bitstream Charter"/>
                <a:cs typeface="Bitstream Charter"/>
              </a:defRPr>
            </a:lvl1pPr>
            <a:lvl2pPr algn="l">
              <a:defRPr sz="1275" b="0">
                <a:solidFill>
                  <a:srgbClr val="567074"/>
                </a:solidFill>
                <a:latin typeface="Bitstream Charter"/>
                <a:ea typeface="Bitstream Charter"/>
                <a:cs typeface="Bitstream Charter"/>
              </a:defRPr>
            </a:lvl2pPr>
            <a:lvl3pPr algn="l">
              <a:defRPr sz="1275" b="0">
                <a:solidFill>
                  <a:srgbClr val="567074"/>
                </a:solidFill>
                <a:latin typeface="Bitstream Charter"/>
                <a:ea typeface="Bitstream Charter"/>
                <a:cs typeface="Bitstream Charter"/>
              </a:defRPr>
            </a:lvl3pPr>
            <a:lvl4pPr algn="l">
              <a:defRPr sz="1275" b="0">
                <a:solidFill>
                  <a:srgbClr val="567074"/>
                </a:solidFill>
                <a:latin typeface="Bitstream Charter"/>
                <a:ea typeface="Bitstream Charter"/>
                <a:cs typeface="Bitstream Charter"/>
              </a:defRPr>
            </a:lvl4pPr>
            <a:lvl5pPr algn="l">
              <a:defRPr sz="1275" b="0">
                <a:solidFill>
                  <a:srgbClr val="567074"/>
                </a:solidFill>
                <a:latin typeface="Bitstream Charter"/>
                <a:ea typeface="Bitstream Charter"/>
                <a:cs typeface="Bitstream Charter"/>
              </a:defRPr>
            </a:lvl5pPr>
            <a:lvl6pPr algn="l">
              <a:defRPr sz="1275" b="0">
                <a:solidFill>
                  <a:srgbClr val="567074"/>
                </a:solidFill>
                <a:latin typeface="Bitstream Charter"/>
                <a:ea typeface="Bitstream Charter"/>
                <a:cs typeface="Bitstream Charter"/>
              </a:defRPr>
            </a:lvl6pPr>
            <a:lvl7pPr algn="l">
              <a:defRPr sz="1275" b="0">
                <a:solidFill>
                  <a:srgbClr val="567074"/>
                </a:solidFill>
                <a:latin typeface="Bitstream Charter"/>
                <a:ea typeface="Bitstream Charter"/>
                <a:cs typeface="Bitstream Charter"/>
              </a:defRPr>
            </a:lvl7pPr>
            <a:lvl8pPr algn="l">
              <a:defRPr sz="1275" b="0">
                <a:solidFill>
                  <a:srgbClr val="567074"/>
                </a:solidFill>
                <a:latin typeface="Bitstream Charter"/>
                <a:ea typeface="Bitstream Charter"/>
                <a:cs typeface="Bitstream Charter"/>
              </a:defRPr>
            </a:lvl8pPr>
            <a:lvl9pPr algn="l">
              <a:defRPr sz="1275" b="0">
                <a:solidFill>
                  <a:srgbClr val="567074"/>
                </a:solidFill>
                <a:latin typeface="Bitstream Charter"/>
                <a:ea typeface="Bitstream Charter"/>
                <a:cs typeface="Bitstream Charter"/>
              </a:defRPr>
            </a:lvl9pPr>
          </a:lstStyle>
          <a:p xmlns:a="http://schemas.openxmlformats.org/drawingml/2006/main">
            <a:pPr algn="l">
              <a:defRPr sz="1275" b="0">
                <a:solidFill>
                  <a:srgbClr val="567074"/>
                </a:solidFill>
                <a:latin typeface="Bitstream Charter"/>
                <a:ea typeface="Bitstream Charter"/>
                <a:cs typeface="Bitstream Charter"/>
              </a:defRPr>
            </a:pPr>
            <a:r>
              <a:rPr sz="1275" b="0">
                <a:solidFill>
                  <a:srgbClr val="567074"/>
                </a:solidFill>
                <a:latin typeface="Bitstream Charter"/>
                <a:ea typeface="Bitstream Charter"/>
                <a:cs typeface="Bitstream Charter"/>
              </a:rPr>
              <a:t>Prototype benefits require field validation. No measured cost, emissions or outage-reduction claims.</a:t>
            </a:r>
          </a:p>
        </p:txBody>
      </p:sp>
    </p:spTree>
    <p:extLst>
      <p:ext uri="{BB962C8B-B14F-4D97-AF65-F5344CB8AC3E}">
        <p14:creationId xmlns:p14="http://schemas.microsoft.com/office/powerpoint/2010/main" val="1232353735"/>
      </p:ext>
    </p:extLst>
  </p:cSld>
</p:sld>
</file>

<file path=ppt/slides/slide1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2205A22-E1DE-46A3-BEF1-25017469EA15}"/>
              </a:ext>
            </a:extLst>
          </p:cNvPr>
          <p:cNvSpPr>
            <a:spLocks xmlns:a="http://schemas.openxmlformats.org/drawingml/2006/main" noGrp="1"/>
          </p:cNvSpPr>
          <p:nvPr/>
        </p:nvSpPr>
        <p:spPr>
          <a:xfrm xmlns:a="http://schemas.openxmlformats.org/drawingml/2006/main">
            <a:off x="609600" y="457200"/>
            <a:ext cx="10953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42D31"/>
                </a:solidFill>
                <a:latin typeface="Bitstream Charter"/>
                <a:ea typeface="Bitstream Charter"/>
                <a:cs typeface="Bitstream Charter"/>
              </a:defRPr>
            </a:defPPr>
            <a:lvl1pPr algn="l">
              <a:defRPr sz="3450" b="1">
                <a:solidFill>
                  <a:srgbClr val="142D31"/>
                </a:solidFill>
                <a:latin typeface="Bitstream Charter"/>
                <a:ea typeface="Bitstream Charter"/>
                <a:cs typeface="Bitstream Charter"/>
              </a:defRPr>
            </a:lvl1pPr>
            <a:lvl2pPr algn="l">
              <a:defRPr sz="3450" b="1">
                <a:solidFill>
                  <a:srgbClr val="142D31"/>
                </a:solidFill>
                <a:latin typeface="Bitstream Charter"/>
                <a:ea typeface="Bitstream Charter"/>
                <a:cs typeface="Bitstream Charter"/>
              </a:defRPr>
            </a:lvl2pPr>
            <a:lvl3pPr algn="l">
              <a:defRPr sz="3450" b="1">
                <a:solidFill>
                  <a:srgbClr val="142D31"/>
                </a:solidFill>
                <a:latin typeface="Bitstream Charter"/>
                <a:ea typeface="Bitstream Charter"/>
                <a:cs typeface="Bitstream Charter"/>
              </a:defRPr>
            </a:lvl3pPr>
            <a:lvl4pPr algn="l">
              <a:defRPr sz="3450" b="1">
                <a:solidFill>
                  <a:srgbClr val="142D31"/>
                </a:solidFill>
                <a:latin typeface="Bitstream Charter"/>
                <a:ea typeface="Bitstream Charter"/>
                <a:cs typeface="Bitstream Charter"/>
              </a:defRPr>
            </a:lvl4pPr>
            <a:lvl5pPr algn="l">
              <a:defRPr sz="3450" b="1">
                <a:solidFill>
                  <a:srgbClr val="142D31"/>
                </a:solidFill>
                <a:latin typeface="Bitstream Charter"/>
                <a:ea typeface="Bitstream Charter"/>
                <a:cs typeface="Bitstream Charter"/>
              </a:defRPr>
            </a:lvl5pPr>
            <a:lvl6pPr algn="l">
              <a:defRPr sz="3450" b="1">
                <a:solidFill>
                  <a:srgbClr val="142D31"/>
                </a:solidFill>
                <a:latin typeface="Bitstream Charter"/>
                <a:ea typeface="Bitstream Charter"/>
                <a:cs typeface="Bitstream Charter"/>
              </a:defRPr>
            </a:lvl6pPr>
            <a:lvl7pPr algn="l">
              <a:defRPr sz="3450" b="1">
                <a:solidFill>
                  <a:srgbClr val="142D31"/>
                </a:solidFill>
                <a:latin typeface="Bitstream Charter"/>
                <a:ea typeface="Bitstream Charter"/>
                <a:cs typeface="Bitstream Charter"/>
              </a:defRPr>
            </a:lvl7pPr>
            <a:lvl8pPr algn="l">
              <a:defRPr sz="3450" b="1">
                <a:solidFill>
                  <a:srgbClr val="142D31"/>
                </a:solidFill>
                <a:latin typeface="Bitstream Charter"/>
                <a:ea typeface="Bitstream Charter"/>
                <a:cs typeface="Bitstream Charter"/>
              </a:defRPr>
            </a:lvl8pPr>
            <a:lvl9pPr algn="l">
              <a:defRPr sz="3450" b="1">
                <a:solidFill>
                  <a:srgbClr val="142D31"/>
                </a:solidFill>
                <a:latin typeface="Bitstream Charter"/>
                <a:ea typeface="Bitstream Charter"/>
                <a:cs typeface="Bitstream Charter"/>
              </a:defRPr>
            </a:lvl9pPr>
          </a:lstStyle>
          <a:p xmlns:a="http://schemas.openxmlformats.org/drawingml/2006/main">
            <a:pPr algn="l">
              <a:defRPr sz="3450" b="1">
                <a:solidFill>
                  <a:srgbClr val="142D31"/>
                </a:solidFill>
                <a:latin typeface="Bitstream Charter"/>
                <a:ea typeface="Bitstream Charter"/>
                <a:cs typeface="Bitstream Charter"/>
              </a:defRPr>
            </a:pPr>
            <a:r>
              <a:rPr sz="3450" b="1">
                <a:solidFill>
                  <a:srgbClr val="142D31"/>
                </a:solidFill>
                <a:latin typeface="Bitstream Charter"/>
                <a:ea typeface="Bitstream Charter"/>
                <a:cs typeface="Bitstream Charter"/>
              </a:rPr>
              <a:t>Live demo and source code</a:t>
            </a:r>
          </a:p>
        </p:txBody>
      </p:sp>
      <p:sp>
        <p:nvSpPr>
          <p:cNvPr id="2" name="">
            <a:extLst xmlns:a="http://schemas.openxmlformats.org/drawingml/2006/main">
              <a:ext uri="{FF2B5EF4-FFF2-40B4-BE49-F238E27FC236}">
                <a16:creationId xmlns:a16="http://schemas.microsoft.com/office/drawing/2014/main" id="{7922C931-4ED0-4D3C-A309-EBC5426BF3E0}"/>
              </a:ext>
            </a:extLst>
          </p:cNvPr>
          <p:cNvSpPr>
            <a:spLocks xmlns:a="http://schemas.openxmlformats.org/drawingml/2006/main" noGrp="1"/>
          </p:cNvSpPr>
          <p:nvPr/>
        </p:nvSpPr>
        <p:spPr>
          <a:xfrm xmlns:a="http://schemas.openxmlformats.org/drawingml/2006/main">
            <a:off x="11096625" y="63817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7074"/>
                </a:solidFill>
                <a:latin typeface="Bitstream Charter"/>
                <a:ea typeface="Bitstream Charter"/>
                <a:cs typeface="Bitstream Charter"/>
              </a:defRPr>
            </a:defPPr>
            <a:lvl1pPr algn="r">
              <a:defRPr sz="1275" b="0">
                <a:solidFill>
                  <a:srgbClr val="567074"/>
                </a:solidFill>
                <a:latin typeface="Bitstream Charter"/>
                <a:ea typeface="Bitstream Charter"/>
                <a:cs typeface="Bitstream Charter"/>
              </a:defRPr>
            </a:lvl1pPr>
            <a:lvl2pPr algn="r">
              <a:defRPr sz="1275" b="0">
                <a:solidFill>
                  <a:srgbClr val="567074"/>
                </a:solidFill>
                <a:latin typeface="Bitstream Charter"/>
                <a:ea typeface="Bitstream Charter"/>
                <a:cs typeface="Bitstream Charter"/>
              </a:defRPr>
            </a:lvl2pPr>
            <a:lvl3pPr algn="r">
              <a:defRPr sz="1275" b="0">
                <a:solidFill>
                  <a:srgbClr val="567074"/>
                </a:solidFill>
                <a:latin typeface="Bitstream Charter"/>
                <a:ea typeface="Bitstream Charter"/>
                <a:cs typeface="Bitstream Charter"/>
              </a:defRPr>
            </a:lvl3pPr>
            <a:lvl4pPr algn="r">
              <a:defRPr sz="1275" b="0">
                <a:solidFill>
                  <a:srgbClr val="567074"/>
                </a:solidFill>
                <a:latin typeface="Bitstream Charter"/>
                <a:ea typeface="Bitstream Charter"/>
                <a:cs typeface="Bitstream Charter"/>
              </a:defRPr>
            </a:lvl4pPr>
            <a:lvl5pPr algn="r">
              <a:defRPr sz="1275" b="0">
                <a:solidFill>
                  <a:srgbClr val="567074"/>
                </a:solidFill>
                <a:latin typeface="Bitstream Charter"/>
                <a:ea typeface="Bitstream Charter"/>
                <a:cs typeface="Bitstream Charter"/>
              </a:defRPr>
            </a:lvl5pPr>
            <a:lvl6pPr algn="r">
              <a:defRPr sz="1275" b="0">
                <a:solidFill>
                  <a:srgbClr val="567074"/>
                </a:solidFill>
                <a:latin typeface="Bitstream Charter"/>
                <a:ea typeface="Bitstream Charter"/>
                <a:cs typeface="Bitstream Charter"/>
              </a:defRPr>
            </a:lvl6pPr>
            <a:lvl7pPr algn="r">
              <a:defRPr sz="1275" b="0">
                <a:solidFill>
                  <a:srgbClr val="567074"/>
                </a:solidFill>
                <a:latin typeface="Bitstream Charter"/>
                <a:ea typeface="Bitstream Charter"/>
                <a:cs typeface="Bitstream Charter"/>
              </a:defRPr>
            </a:lvl7pPr>
            <a:lvl8pPr algn="r">
              <a:defRPr sz="1275" b="0">
                <a:solidFill>
                  <a:srgbClr val="567074"/>
                </a:solidFill>
                <a:latin typeface="Bitstream Charter"/>
                <a:ea typeface="Bitstream Charter"/>
                <a:cs typeface="Bitstream Charter"/>
              </a:defRPr>
            </a:lvl8pPr>
            <a:lvl9pPr algn="r">
              <a:defRPr sz="1275" b="0">
                <a:solidFill>
                  <a:srgbClr val="567074"/>
                </a:solidFill>
                <a:latin typeface="Bitstream Charter"/>
                <a:ea typeface="Bitstream Charter"/>
                <a:cs typeface="Bitstream Charter"/>
              </a:defRPr>
            </a:lvl9pPr>
          </a:lstStyle>
          <a:p xmlns:a="http://schemas.openxmlformats.org/drawingml/2006/main">
            <a:pPr algn="r">
              <a:defRPr sz="1275" b="0">
                <a:solidFill>
                  <a:srgbClr val="567074"/>
                </a:solidFill>
                <a:latin typeface="Bitstream Charter"/>
                <a:ea typeface="Bitstream Charter"/>
                <a:cs typeface="Bitstream Charter"/>
              </a:defRPr>
            </a:pPr>
            <a:r>
              <a:rPr sz="1275" b="0">
                <a:solidFill>
                  <a:srgbClr val="567074"/>
                </a:solidFill>
                <a:latin typeface="Bitstream Charter"/>
                <a:ea typeface="Bitstream Charter"/>
                <a:cs typeface="Bitstream Charter"/>
              </a:rPr>
              <a:t>12</a:t>
            </a:r>
          </a:p>
        </p:txBody>
      </p:sp>
      <p:sp>
        <p:nvSpPr>
          <p:cNvPr id="3" name="">
            <a:extLst xmlns:a="http://schemas.openxmlformats.org/drawingml/2006/main">
              <a:ext uri="{FF2B5EF4-FFF2-40B4-BE49-F238E27FC236}">
                <a16:creationId xmlns:a16="http://schemas.microsoft.com/office/drawing/2014/main" id="{CF6C4B43-D675-4BE8-B669-3770A8C98826}"/>
              </a:ext>
            </a:extLst>
          </p:cNvPr>
          <p:cNvSpPr>
            <a:spLocks xmlns:a="http://schemas.openxmlformats.org/drawingml/2006/main" noGrp="1"/>
          </p:cNvSpPr>
          <p:nvPr/>
        </p:nvSpPr>
        <p:spPr>
          <a:xfrm xmlns:a="http://schemas.openxmlformats.org/drawingml/2006/main">
            <a:off x="609600" y="2047875"/>
            <a:ext cx="10096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700" b="1">
                <a:solidFill>
                  <a:srgbClr val="142D31"/>
                </a:solidFill>
                <a:latin typeface="Bitstream Charter"/>
                <a:ea typeface="Bitstream Charter"/>
                <a:cs typeface="Bitstream Charter"/>
              </a:defRPr>
            </a:defPPr>
            <a:lvl1pPr algn="l">
              <a:defRPr sz="5700" b="1">
                <a:solidFill>
                  <a:srgbClr val="142D31"/>
                </a:solidFill>
                <a:latin typeface="Bitstream Charter"/>
                <a:ea typeface="Bitstream Charter"/>
                <a:cs typeface="Bitstream Charter"/>
              </a:defRPr>
            </a:lvl1pPr>
            <a:lvl2pPr algn="l">
              <a:defRPr sz="5700" b="1">
                <a:solidFill>
                  <a:srgbClr val="142D31"/>
                </a:solidFill>
                <a:latin typeface="Bitstream Charter"/>
                <a:ea typeface="Bitstream Charter"/>
                <a:cs typeface="Bitstream Charter"/>
              </a:defRPr>
            </a:lvl2pPr>
            <a:lvl3pPr algn="l">
              <a:defRPr sz="5700" b="1">
                <a:solidFill>
                  <a:srgbClr val="142D31"/>
                </a:solidFill>
                <a:latin typeface="Bitstream Charter"/>
                <a:ea typeface="Bitstream Charter"/>
                <a:cs typeface="Bitstream Charter"/>
              </a:defRPr>
            </a:lvl3pPr>
            <a:lvl4pPr algn="l">
              <a:defRPr sz="5700" b="1">
                <a:solidFill>
                  <a:srgbClr val="142D31"/>
                </a:solidFill>
                <a:latin typeface="Bitstream Charter"/>
                <a:ea typeface="Bitstream Charter"/>
                <a:cs typeface="Bitstream Charter"/>
              </a:defRPr>
            </a:lvl4pPr>
            <a:lvl5pPr algn="l">
              <a:defRPr sz="5700" b="1">
                <a:solidFill>
                  <a:srgbClr val="142D31"/>
                </a:solidFill>
                <a:latin typeface="Bitstream Charter"/>
                <a:ea typeface="Bitstream Charter"/>
                <a:cs typeface="Bitstream Charter"/>
              </a:defRPr>
            </a:lvl5pPr>
            <a:lvl6pPr algn="l">
              <a:defRPr sz="5700" b="1">
                <a:solidFill>
                  <a:srgbClr val="142D31"/>
                </a:solidFill>
                <a:latin typeface="Bitstream Charter"/>
                <a:ea typeface="Bitstream Charter"/>
                <a:cs typeface="Bitstream Charter"/>
              </a:defRPr>
            </a:lvl6pPr>
            <a:lvl7pPr algn="l">
              <a:defRPr sz="5700" b="1">
                <a:solidFill>
                  <a:srgbClr val="142D31"/>
                </a:solidFill>
                <a:latin typeface="Bitstream Charter"/>
                <a:ea typeface="Bitstream Charter"/>
                <a:cs typeface="Bitstream Charter"/>
              </a:defRPr>
            </a:lvl7pPr>
            <a:lvl8pPr algn="l">
              <a:defRPr sz="5700" b="1">
                <a:solidFill>
                  <a:srgbClr val="142D31"/>
                </a:solidFill>
                <a:latin typeface="Bitstream Charter"/>
                <a:ea typeface="Bitstream Charter"/>
                <a:cs typeface="Bitstream Charter"/>
              </a:defRPr>
            </a:lvl8pPr>
            <a:lvl9pPr algn="l">
              <a:defRPr sz="5700" b="1">
                <a:solidFill>
                  <a:srgbClr val="142D31"/>
                </a:solidFill>
                <a:latin typeface="Bitstream Charter"/>
                <a:ea typeface="Bitstream Charter"/>
                <a:cs typeface="Bitstream Charter"/>
              </a:defRPr>
            </a:lvl9pPr>
          </a:lstStyle>
          <a:p xmlns:a="http://schemas.openxmlformats.org/drawingml/2006/main">
            <a:pPr algn="l">
              <a:defRPr sz="5700" b="1">
                <a:solidFill>
                  <a:srgbClr val="142D31"/>
                </a:solidFill>
                <a:latin typeface="Bitstream Charter"/>
                <a:ea typeface="Bitstream Charter"/>
                <a:cs typeface="Bitstream Charter"/>
              </a:defRPr>
            </a:pPr>
            <a:r>
              <a:rPr sz="5700" b="1">
                <a:solidFill>
                  <a:srgbClr val="142D31"/>
                </a:solidFill>
                <a:latin typeface="Bitstream Charter"/>
                <a:ea typeface="Bitstream Charter"/>
                <a:cs typeface="Bitstream Charter"/>
              </a:rPr>
              <a:t>GridPulse</a:t>
            </a:r>
          </a:p>
        </p:txBody>
      </p:sp>
      <p:sp>
        <p:nvSpPr>
          <p:cNvPr id="4" name="">
            <a:extLst xmlns:a="http://schemas.openxmlformats.org/drawingml/2006/main">
              <a:ext uri="{FF2B5EF4-FFF2-40B4-BE49-F238E27FC236}">
                <a16:creationId xmlns:a16="http://schemas.microsoft.com/office/drawing/2014/main" id="{F95BE394-04A0-497C-AF48-5D4DCF95FBA8}"/>
              </a:ext>
            </a:extLst>
          </p:cNvPr>
          <p:cNvSpPr>
            <a:spLocks xmlns:a="http://schemas.openxmlformats.org/drawingml/2006/main" noGrp="1"/>
          </p:cNvSpPr>
          <p:nvPr/>
        </p:nvSpPr>
        <p:spPr>
          <a:xfrm xmlns:a="http://schemas.openxmlformats.org/drawingml/2006/main">
            <a:off x="647700" y="3171825"/>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567074"/>
                </a:solidFill>
                <a:latin typeface="Bitstream Charter"/>
                <a:ea typeface="Bitstream Charter"/>
                <a:cs typeface="Bitstream Charter"/>
              </a:defRPr>
            </a:defPPr>
            <a:lvl1pPr algn="l">
              <a:defRPr sz="2400" b="0">
                <a:solidFill>
                  <a:srgbClr val="567074"/>
                </a:solidFill>
                <a:latin typeface="Bitstream Charter"/>
                <a:ea typeface="Bitstream Charter"/>
                <a:cs typeface="Bitstream Charter"/>
              </a:defRPr>
            </a:lvl1pPr>
            <a:lvl2pPr algn="l">
              <a:defRPr sz="2400" b="0">
                <a:solidFill>
                  <a:srgbClr val="567074"/>
                </a:solidFill>
                <a:latin typeface="Bitstream Charter"/>
                <a:ea typeface="Bitstream Charter"/>
                <a:cs typeface="Bitstream Charter"/>
              </a:defRPr>
            </a:lvl2pPr>
            <a:lvl3pPr algn="l">
              <a:defRPr sz="2400" b="0">
                <a:solidFill>
                  <a:srgbClr val="567074"/>
                </a:solidFill>
                <a:latin typeface="Bitstream Charter"/>
                <a:ea typeface="Bitstream Charter"/>
                <a:cs typeface="Bitstream Charter"/>
              </a:defRPr>
            </a:lvl3pPr>
            <a:lvl4pPr algn="l">
              <a:defRPr sz="2400" b="0">
                <a:solidFill>
                  <a:srgbClr val="567074"/>
                </a:solidFill>
                <a:latin typeface="Bitstream Charter"/>
                <a:ea typeface="Bitstream Charter"/>
                <a:cs typeface="Bitstream Charter"/>
              </a:defRPr>
            </a:lvl4pPr>
            <a:lvl5pPr algn="l">
              <a:defRPr sz="2400" b="0">
                <a:solidFill>
                  <a:srgbClr val="567074"/>
                </a:solidFill>
                <a:latin typeface="Bitstream Charter"/>
                <a:ea typeface="Bitstream Charter"/>
                <a:cs typeface="Bitstream Charter"/>
              </a:defRPr>
            </a:lvl5pPr>
            <a:lvl6pPr algn="l">
              <a:defRPr sz="2400" b="0">
                <a:solidFill>
                  <a:srgbClr val="567074"/>
                </a:solidFill>
                <a:latin typeface="Bitstream Charter"/>
                <a:ea typeface="Bitstream Charter"/>
                <a:cs typeface="Bitstream Charter"/>
              </a:defRPr>
            </a:lvl6pPr>
            <a:lvl7pPr algn="l">
              <a:defRPr sz="2400" b="0">
                <a:solidFill>
                  <a:srgbClr val="567074"/>
                </a:solidFill>
                <a:latin typeface="Bitstream Charter"/>
                <a:ea typeface="Bitstream Charter"/>
                <a:cs typeface="Bitstream Charter"/>
              </a:defRPr>
            </a:lvl7pPr>
            <a:lvl8pPr algn="l">
              <a:defRPr sz="2400" b="0">
                <a:solidFill>
                  <a:srgbClr val="567074"/>
                </a:solidFill>
                <a:latin typeface="Bitstream Charter"/>
                <a:ea typeface="Bitstream Charter"/>
                <a:cs typeface="Bitstream Charter"/>
              </a:defRPr>
            </a:lvl8pPr>
            <a:lvl9pPr algn="l">
              <a:defRPr sz="2400" b="0">
                <a:solidFill>
                  <a:srgbClr val="567074"/>
                </a:solidFill>
                <a:latin typeface="Bitstream Charter"/>
                <a:ea typeface="Bitstream Charter"/>
                <a:cs typeface="Bitstream Charter"/>
              </a:defRPr>
            </a:lvl9pPr>
          </a:lstStyle>
          <a:p xmlns:a="http://schemas.openxmlformats.org/drawingml/2006/main">
            <a:pPr algn="l">
              <a:defRPr sz="2400" b="0">
                <a:solidFill>
                  <a:srgbClr val="567074"/>
                </a:solidFill>
                <a:latin typeface="Bitstream Charter"/>
                <a:ea typeface="Bitstream Charter"/>
                <a:cs typeface="Bitstream Charter"/>
              </a:defRPr>
            </a:pPr>
            <a:r>
              <a:rPr sz="2400" b="0">
                <a:solidFill>
                  <a:srgbClr val="567074"/>
                </a:solidFill>
                <a:latin typeface="Bitstream Charter"/>
                <a:ea typeface="Bitstream Charter"/>
                <a:cs typeface="Bitstream Charter"/>
              </a:rPr>
              <a:t>24-hour demand forecasts and visible dispatch decisions</a:t>
            </a:r>
          </a:p>
        </p:txBody>
      </p:sp>
      <p:sp>
        <p:nvSpPr>
          <p:cNvPr id="5" name="">
            <a:extLst xmlns:a="http://schemas.openxmlformats.org/drawingml/2006/main">
              <a:ext uri="{FF2B5EF4-FFF2-40B4-BE49-F238E27FC236}">
                <a16:creationId xmlns:a16="http://schemas.microsoft.com/office/drawing/2014/main" id="{6E634A94-6524-4556-AEFD-2F071A8F2041}"/>
              </a:ext>
            </a:extLst>
          </p:cNvPr>
          <p:cNvSpPr>
            <a:spLocks xmlns:a="http://schemas.openxmlformats.org/drawingml/2006/main" noGrp="1"/>
          </p:cNvSpPr>
          <p:nvPr/>
        </p:nvSpPr>
        <p:spPr>
          <a:xfrm xmlns:a="http://schemas.openxmlformats.org/drawingml/2006/main">
            <a:off x="647700" y="4314825"/>
            <a:ext cx="2619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42D31"/>
                </a:solidFill>
                <a:latin typeface="Bitstream Charter"/>
                <a:ea typeface="Bitstream Charter"/>
                <a:cs typeface="Bitstream Charter"/>
              </a:defRPr>
            </a:defPPr>
            <a:lvl1pPr algn="l">
              <a:defRPr sz="1950" b="1">
                <a:solidFill>
                  <a:srgbClr val="142D31"/>
                </a:solidFill>
                <a:latin typeface="Bitstream Charter"/>
                <a:ea typeface="Bitstream Charter"/>
                <a:cs typeface="Bitstream Charter"/>
              </a:defRPr>
            </a:lvl1pPr>
            <a:lvl2pPr algn="l">
              <a:defRPr sz="1950" b="1">
                <a:solidFill>
                  <a:srgbClr val="142D31"/>
                </a:solidFill>
                <a:latin typeface="Bitstream Charter"/>
                <a:ea typeface="Bitstream Charter"/>
                <a:cs typeface="Bitstream Charter"/>
              </a:defRPr>
            </a:lvl2pPr>
            <a:lvl3pPr algn="l">
              <a:defRPr sz="1950" b="1">
                <a:solidFill>
                  <a:srgbClr val="142D31"/>
                </a:solidFill>
                <a:latin typeface="Bitstream Charter"/>
                <a:ea typeface="Bitstream Charter"/>
                <a:cs typeface="Bitstream Charter"/>
              </a:defRPr>
            </a:lvl3pPr>
            <a:lvl4pPr algn="l">
              <a:defRPr sz="1950" b="1">
                <a:solidFill>
                  <a:srgbClr val="142D31"/>
                </a:solidFill>
                <a:latin typeface="Bitstream Charter"/>
                <a:ea typeface="Bitstream Charter"/>
                <a:cs typeface="Bitstream Charter"/>
              </a:defRPr>
            </a:lvl4pPr>
            <a:lvl5pPr algn="l">
              <a:defRPr sz="1950" b="1">
                <a:solidFill>
                  <a:srgbClr val="142D31"/>
                </a:solidFill>
                <a:latin typeface="Bitstream Charter"/>
                <a:ea typeface="Bitstream Charter"/>
                <a:cs typeface="Bitstream Charter"/>
              </a:defRPr>
            </a:lvl5pPr>
            <a:lvl6pPr algn="l">
              <a:defRPr sz="1950" b="1">
                <a:solidFill>
                  <a:srgbClr val="142D31"/>
                </a:solidFill>
                <a:latin typeface="Bitstream Charter"/>
                <a:ea typeface="Bitstream Charter"/>
                <a:cs typeface="Bitstream Charter"/>
              </a:defRPr>
            </a:lvl6pPr>
            <a:lvl7pPr algn="l">
              <a:defRPr sz="1950" b="1">
                <a:solidFill>
                  <a:srgbClr val="142D31"/>
                </a:solidFill>
                <a:latin typeface="Bitstream Charter"/>
                <a:ea typeface="Bitstream Charter"/>
                <a:cs typeface="Bitstream Charter"/>
              </a:defRPr>
            </a:lvl7pPr>
            <a:lvl8pPr algn="l">
              <a:defRPr sz="1950" b="1">
                <a:solidFill>
                  <a:srgbClr val="142D31"/>
                </a:solidFill>
                <a:latin typeface="Bitstream Charter"/>
                <a:ea typeface="Bitstream Charter"/>
                <a:cs typeface="Bitstream Charter"/>
              </a:defRPr>
            </a:lvl8pPr>
            <a:lvl9pPr algn="l">
              <a:defRPr sz="1950" b="1">
                <a:solidFill>
                  <a:srgbClr val="142D31"/>
                </a:solidFill>
                <a:latin typeface="Bitstream Charter"/>
                <a:ea typeface="Bitstream Charter"/>
                <a:cs typeface="Bitstream Charter"/>
              </a:defRPr>
            </a:lvl9pPr>
          </a:lstStyle>
          <a:p xmlns:a="http://schemas.openxmlformats.org/drawingml/2006/main">
            <a:pPr algn="l">
              <a:defRPr sz="1950" b="1">
                <a:solidFill>
                  <a:srgbClr val="142D31"/>
                </a:solidFill>
                <a:latin typeface="Bitstream Charter"/>
                <a:ea typeface="Bitstream Charter"/>
                <a:cs typeface="Bitstream Charter"/>
              </a:defRPr>
            </a:pPr>
            <a:r>
              <a:rPr sz="1950" b="1">
                <a:solidFill>
                  <a:srgbClr val="142D31"/>
                </a:solidFill>
                <a:latin typeface="Bitstream Charter"/>
                <a:ea typeface="Bitstream Charter"/>
                <a:cs typeface="Bitstream Charter"/>
              </a:rPr>
              <a:t>Catalyst app</a:t>
            </a:r>
          </a:p>
        </p:txBody>
      </p:sp>
      <p:sp>
        <p:nvSpPr>
          <p:cNvPr id="6" name="">
            <a:extLst xmlns:a="http://schemas.openxmlformats.org/drawingml/2006/main">
              <a:ext uri="{FF2B5EF4-FFF2-40B4-BE49-F238E27FC236}">
                <a16:creationId xmlns:a16="http://schemas.microsoft.com/office/drawing/2014/main" id="{EDB3DE39-69D7-4A4E-A048-5B45A206A554}"/>
              </a:ext>
            </a:extLst>
          </p:cNvPr>
          <p:cNvSpPr>
            <a:spLocks xmlns:a="http://schemas.openxmlformats.org/drawingml/2006/main" noGrp="1"/>
          </p:cNvSpPr>
          <p:nvPr/>
        </p:nvSpPr>
        <p:spPr>
          <a:xfrm xmlns:a="http://schemas.openxmlformats.org/drawingml/2006/main">
            <a:off x="3295650" y="4314825"/>
            <a:ext cx="823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168B78"/>
                </a:solidFill>
                <a:latin typeface="Bitstream Charter"/>
                <a:ea typeface="Bitstream Charter"/>
                <a:cs typeface="Bitstream Charter"/>
              </a:defRPr>
            </a:defPPr>
            <a:lvl1pPr algn="l">
              <a:defRPr sz="2100" b="0">
                <a:solidFill>
                  <a:srgbClr val="168B78"/>
                </a:solidFill>
                <a:latin typeface="Bitstream Charter"/>
                <a:ea typeface="Bitstream Charter"/>
                <a:cs typeface="Bitstream Charter"/>
              </a:defRPr>
            </a:lvl1pPr>
            <a:lvl2pPr algn="l">
              <a:defRPr sz="2100" b="0">
                <a:solidFill>
                  <a:srgbClr val="168B78"/>
                </a:solidFill>
                <a:latin typeface="Bitstream Charter"/>
                <a:ea typeface="Bitstream Charter"/>
                <a:cs typeface="Bitstream Charter"/>
              </a:defRPr>
            </a:lvl2pPr>
            <a:lvl3pPr algn="l">
              <a:defRPr sz="2100" b="0">
                <a:solidFill>
                  <a:srgbClr val="168B78"/>
                </a:solidFill>
                <a:latin typeface="Bitstream Charter"/>
                <a:ea typeface="Bitstream Charter"/>
                <a:cs typeface="Bitstream Charter"/>
              </a:defRPr>
            </a:lvl3pPr>
            <a:lvl4pPr algn="l">
              <a:defRPr sz="2100" b="0">
                <a:solidFill>
                  <a:srgbClr val="168B78"/>
                </a:solidFill>
                <a:latin typeface="Bitstream Charter"/>
                <a:ea typeface="Bitstream Charter"/>
                <a:cs typeface="Bitstream Charter"/>
              </a:defRPr>
            </a:lvl4pPr>
            <a:lvl5pPr algn="l">
              <a:defRPr sz="2100" b="0">
                <a:solidFill>
                  <a:srgbClr val="168B78"/>
                </a:solidFill>
                <a:latin typeface="Bitstream Charter"/>
                <a:ea typeface="Bitstream Charter"/>
                <a:cs typeface="Bitstream Charter"/>
              </a:defRPr>
            </a:lvl5pPr>
            <a:lvl6pPr algn="l">
              <a:defRPr sz="2100" b="0">
                <a:solidFill>
                  <a:srgbClr val="168B78"/>
                </a:solidFill>
                <a:latin typeface="Bitstream Charter"/>
                <a:ea typeface="Bitstream Charter"/>
                <a:cs typeface="Bitstream Charter"/>
              </a:defRPr>
            </a:lvl6pPr>
            <a:lvl7pPr algn="l">
              <a:defRPr sz="2100" b="0">
                <a:solidFill>
                  <a:srgbClr val="168B78"/>
                </a:solidFill>
                <a:latin typeface="Bitstream Charter"/>
                <a:ea typeface="Bitstream Charter"/>
                <a:cs typeface="Bitstream Charter"/>
              </a:defRPr>
            </a:lvl7pPr>
            <a:lvl8pPr algn="l">
              <a:defRPr sz="2100" b="0">
                <a:solidFill>
                  <a:srgbClr val="168B78"/>
                </a:solidFill>
                <a:latin typeface="Bitstream Charter"/>
                <a:ea typeface="Bitstream Charter"/>
                <a:cs typeface="Bitstream Charter"/>
              </a:defRPr>
            </a:lvl8pPr>
            <a:lvl9pPr algn="l">
              <a:defRPr sz="2100" b="0">
                <a:solidFill>
                  <a:srgbClr val="168B78"/>
                </a:solidFill>
                <a:latin typeface="Bitstream Charter"/>
                <a:ea typeface="Bitstream Charter"/>
                <a:cs typeface="Bitstream Charter"/>
              </a:defRPr>
            </a:lvl9pPr>
          </a:lstStyle>
          <a:p xmlns:a="http://schemas.openxmlformats.org/drawingml/2006/main">
            <a:pPr algn="l">
              <a:defRPr sz="2100" b="0">
                <a:solidFill>
                  <a:srgbClr val="168B78"/>
                </a:solidFill>
                <a:latin typeface="Bitstream Charter"/>
                <a:ea typeface="Bitstream Charter"/>
                <a:cs typeface="Bitstream Charter"/>
              </a:defRPr>
            </a:pPr>
            <a:r>
              <a:rPr sz="2100">
                <a:solidFill>
                  <a:srgbClr val="168B78"/>
                </a:solidFill>
                <a:latin typeface="Bitstream Charter"/>
                <a:ea typeface="Bitstream Charter"/>
                <a:cs typeface="Bitstream Charter"/>
                <a:hlinkClick xmlns:r="http://schemas.openxmlformats.org/officeDocument/2006/relationships" r:id="Rfc74c15685da4705"/>
              </a:rPr>
              <a:t>Open the live GridPulse dashboard</a:t>
            </a:r>
          </a:p>
        </p:txBody>
      </p:sp>
      <p:sp>
        <p:nvSpPr>
          <p:cNvPr id="7" name="">
            <a:extLst xmlns:a="http://schemas.openxmlformats.org/drawingml/2006/main">
              <a:ext uri="{FF2B5EF4-FFF2-40B4-BE49-F238E27FC236}">
                <a16:creationId xmlns:a16="http://schemas.microsoft.com/office/drawing/2014/main" id="{4210D41D-A5E8-4337-A534-52C4008F1909}"/>
              </a:ext>
            </a:extLst>
          </p:cNvPr>
          <p:cNvSpPr>
            <a:spLocks xmlns:a="http://schemas.openxmlformats.org/drawingml/2006/main" noGrp="1"/>
          </p:cNvSpPr>
          <p:nvPr/>
        </p:nvSpPr>
        <p:spPr>
          <a:xfrm xmlns:a="http://schemas.openxmlformats.org/drawingml/2006/main">
            <a:off x="647700" y="5095875"/>
            <a:ext cx="2619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42D31"/>
                </a:solidFill>
                <a:latin typeface="Bitstream Charter"/>
                <a:ea typeface="Bitstream Charter"/>
                <a:cs typeface="Bitstream Charter"/>
              </a:defRPr>
            </a:defPPr>
            <a:lvl1pPr algn="l">
              <a:defRPr sz="1950" b="1">
                <a:solidFill>
                  <a:srgbClr val="142D31"/>
                </a:solidFill>
                <a:latin typeface="Bitstream Charter"/>
                <a:ea typeface="Bitstream Charter"/>
                <a:cs typeface="Bitstream Charter"/>
              </a:defRPr>
            </a:lvl1pPr>
            <a:lvl2pPr algn="l">
              <a:defRPr sz="1950" b="1">
                <a:solidFill>
                  <a:srgbClr val="142D31"/>
                </a:solidFill>
                <a:latin typeface="Bitstream Charter"/>
                <a:ea typeface="Bitstream Charter"/>
                <a:cs typeface="Bitstream Charter"/>
              </a:defRPr>
            </a:lvl2pPr>
            <a:lvl3pPr algn="l">
              <a:defRPr sz="1950" b="1">
                <a:solidFill>
                  <a:srgbClr val="142D31"/>
                </a:solidFill>
                <a:latin typeface="Bitstream Charter"/>
                <a:ea typeface="Bitstream Charter"/>
                <a:cs typeface="Bitstream Charter"/>
              </a:defRPr>
            </a:lvl3pPr>
            <a:lvl4pPr algn="l">
              <a:defRPr sz="1950" b="1">
                <a:solidFill>
                  <a:srgbClr val="142D31"/>
                </a:solidFill>
                <a:latin typeface="Bitstream Charter"/>
                <a:ea typeface="Bitstream Charter"/>
                <a:cs typeface="Bitstream Charter"/>
              </a:defRPr>
            </a:lvl4pPr>
            <a:lvl5pPr algn="l">
              <a:defRPr sz="1950" b="1">
                <a:solidFill>
                  <a:srgbClr val="142D31"/>
                </a:solidFill>
                <a:latin typeface="Bitstream Charter"/>
                <a:ea typeface="Bitstream Charter"/>
                <a:cs typeface="Bitstream Charter"/>
              </a:defRPr>
            </a:lvl5pPr>
            <a:lvl6pPr algn="l">
              <a:defRPr sz="1950" b="1">
                <a:solidFill>
                  <a:srgbClr val="142D31"/>
                </a:solidFill>
                <a:latin typeface="Bitstream Charter"/>
                <a:ea typeface="Bitstream Charter"/>
                <a:cs typeface="Bitstream Charter"/>
              </a:defRPr>
            </a:lvl6pPr>
            <a:lvl7pPr algn="l">
              <a:defRPr sz="1950" b="1">
                <a:solidFill>
                  <a:srgbClr val="142D31"/>
                </a:solidFill>
                <a:latin typeface="Bitstream Charter"/>
                <a:ea typeface="Bitstream Charter"/>
                <a:cs typeface="Bitstream Charter"/>
              </a:defRPr>
            </a:lvl7pPr>
            <a:lvl8pPr algn="l">
              <a:defRPr sz="1950" b="1">
                <a:solidFill>
                  <a:srgbClr val="142D31"/>
                </a:solidFill>
                <a:latin typeface="Bitstream Charter"/>
                <a:ea typeface="Bitstream Charter"/>
                <a:cs typeface="Bitstream Charter"/>
              </a:defRPr>
            </a:lvl8pPr>
            <a:lvl9pPr algn="l">
              <a:defRPr sz="1950" b="1">
                <a:solidFill>
                  <a:srgbClr val="142D31"/>
                </a:solidFill>
                <a:latin typeface="Bitstream Charter"/>
                <a:ea typeface="Bitstream Charter"/>
                <a:cs typeface="Bitstream Charter"/>
              </a:defRPr>
            </a:lvl9pPr>
          </a:lstStyle>
          <a:p xmlns:a="http://schemas.openxmlformats.org/drawingml/2006/main">
            <a:pPr algn="l">
              <a:defRPr sz="1950" b="1">
                <a:solidFill>
                  <a:srgbClr val="142D31"/>
                </a:solidFill>
                <a:latin typeface="Bitstream Charter"/>
                <a:ea typeface="Bitstream Charter"/>
                <a:cs typeface="Bitstream Charter"/>
              </a:defRPr>
            </a:pPr>
            <a:r>
              <a:rPr sz="1950" b="1">
                <a:solidFill>
                  <a:srgbClr val="142D31"/>
                </a:solidFill>
                <a:latin typeface="Bitstream Charter"/>
                <a:ea typeface="Bitstream Charter"/>
                <a:cs typeface="Bitstream Charter"/>
              </a:rPr>
              <a:t>GitHub</a:t>
            </a:r>
          </a:p>
        </p:txBody>
      </p:sp>
      <p:sp>
        <p:nvSpPr>
          <p:cNvPr id="8" name="">
            <a:extLst xmlns:a="http://schemas.openxmlformats.org/drawingml/2006/main">
              <a:ext uri="{FF2B5EF4-FFF2-40B4-BE49-F238E27FC236}">
                <a16:creationId xmlns:a16="http://schemas.microsoft.com/office/drawing/2014/main" id="{EAFFF702-226B-45B3-9014-6F3BE58806E0}"/>
              </a:ext>
            </a:extLst>
          </p:cNvPr>
          <p:cNvSpPr>
            <a:spLocks xmlns:a="http://schemas.openxmlformats.org/drawingml/2006/main" noGrp="1"/>
          </p:cNvSpPr>
          <p:nvPr/>
        </p:nvSpPr>
        <p:spPr>
          <a:xfrm xmlns:a="http://schemas.openxmlformats.org/drawingml/2006/main">
            <a:off x="3295650" y="5095875"/>
            <a:ext cx="8239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168B78"/>
                </a:solidFill>
                <a:latin typeface="Bitstream Charter"/>
                <a:ea typeface="Bitstream Charter"/>
                <a:cs typeface="Bitstream Charter"/>
              </a:defRPr>
            </a:defPPr>
            <a:lvl1pPr algn="l">
              <a:defRPr sz="2100" b="0">
                <a:solidFill>
                  <a:srgbClr val="168B78"/>
                </a:solidFill>
                <a:latin typeface="Bitstream Charter"/>
                <a:ea typeface="Bitstream Charter"/>
                <a:cs typeface="Bitstream Charter"/>
              </a:defRPr>
            </a:lvl1pPr>
            <a:lvl2pPr algn="l">
              <a:defRPr sz="2100" b="0">
                <a:solidFill>
                  <a:srgbClr val="168B78"/>
                </a:solidFill>
                <a:latin typeface="Bitstream Charter"/>
                <a:ea typeface="Bitstream Charter"/>
                <a:cs typeface="Bitstream Charter"/>
              </a:defRPr>
            </a:lvl2pPr>
            <a:lvl3pPr algn="l">
              <a:defRPr sz="2100" b="0">
                <a:solidFill>
                  <a:srgbClr val="168B78"/>
                </a:solidFill>
                <a:latin typeface="Bitstream Charter"/>
                <a:ea typeface="Bitstream Charter"/>
                <a:cs typeface="Bitstream Charter"/>
              </a:defRPr>
            </a:lvl3pPr>
            <a:lvl4pPr algn="l">
              <a:defRPr sz="2100" b="0">
                <a:solidFill>
                  <a:srgbClr val="168B78"/>
                </a:solidFill>
                <a:latin typeface="Bitstream Charter"/>
                <a:ea typeface="Bitstream Charter"/>
                <a:cs typeface="Bitstream Charter"/>
              </a:defRPr>
            </a:lvl4pPr>
            <a:lvl5pPr algn="l">
              <a:defRPr sz="2100" b="0">
                <a:solidFill>
                  <a:srgbClr val="168B78"/>
                </a:solidFill>
                <a:latin typeface="Bitstream Charter"/>
                <a:ea typeface="Bitstream Charter"/>
                <a:cs typeface="Bitstream Charter"/>
              </a:defRPr>
            </a:lvl5pPr>
            <a:lvl6pPr algn="l">
              <a:defRPr sz="2100" b="0">
                <a:solidFill>
                  <a:srgbClr val="168B78"/>
                </a:solidFill>
                <a:latin typeface="Bitstream Charter"/>
                <a:ea typeface="Bitstream Charter"/>
                <a:cs typeface="Bitstream Charter"/>
              </a:defRPr>
            </a:lvl6pPr>
            <a:lvl7pPr algn="l">
              <a:defRPr sz="2100" b="0">
                <a:solidFill>
                  <a:srgbClr val="168B78"/>
                </a:solidFill>
                <a:latin typeface="Bitstream Charter"/>
                <a:ea typeface="Bitstream Charter"/>
                <a:cs typeface="Bitstream Charter"/>
              </a:defRPr>
            </a:lvl7pPr>
            <a:lvl8pPr algn="l">
              <a:defRPr sz="2100" b="0">
                <a:solidFill>
                  <a:srgbClr val="168B78"/>
                </a:solidFill>
                <a:latin typeface="Bitstream Charter"/>
                <a:ea typeface="Bitstream Charter"/>
                <a:cs typeface="Bitstream Charter"/>
              </a:defRPr>
            </a:lvl8pPr>
            <a:lvl9pPr algn="l">
              <a:defRPr sz="2100" b="0">
                <a:solidFill>
                  <a:srgbClr val="168B78"/>
                </a:solidFill>
                <a:latin typeface="Bitstream Charter"/>
                <a:ea typeface="Bitstream Charter"/>
                <a:cs typeface="Bitstream Charter"/>
              </a:defRPr>
            </a:lvl9pPr>
          </a:lstStyle>
          <a:p xmlns:a="http://schemas.openxmlformats.org/drawingml/2006/main">
            <a:pPr algn="l">
              <a:defRPr sz="2100" b="0">
                <a:solidFill>
                  <a:srgbClr val="168B78"/>
                </a:solidFill>
                <a:latin typeface="Bitstream Charter"/>
                <a:ea typeface="Bitstream Charter"/>
                <a:cs typeface="Bitstream Charter"/>
              </a:defRPr>
            </a:pPr>
            <a:r>
              <a:rPr sz="2100">
                <a:solidFill>
                  <a:srgbClr val="168B78"/>
                </a:solidFill>
                <a:latin typeface="Bitstream Charter"/>
                <a:ea typeface="Bitstream Charter"/>
                <a:cs typeface="Bitstream Charter"/>
                <a:hlinkClick xmlns:r="http://schemas.openxmlformats.org/officeDocument/2006/relationships" r:id="Rf350a6d4e9d1434a"/>
              </a:rPr>
              <a:t>github.com/prashant-7-8-7/GridPulse</a:t>
            </a:r>
          </a:p>
        </p:txBody>
      </p:sp>
      <p:sp>
        <p:nvSpPr>
          <p:cNvPr id="9" name="">
            <a:extLst xmlns:a="http://schemas.openxmlformats.org/drawingml/2006/main">
              <a:ext uri="{FF2B5EF4-FFF2-40B4-BE49-F238E27FC236}">
                <a16:creationId xmlns:a16="http://schemas.microsoft.com/office/drawing/2014/main" id="{1448906B-81E9-4BE4-9DA0-C76B309ED88B}"/>
              </a:ext>
            </a:extLst>
          </p:cNvPr>
          <p:cNvSpPr>
            <a:spLocks xmlns:a="http://schemas.openxmlformats.org/drawingml/2006/main" noGrp="1"/>
          </p:cNvSpPr>
          <p:nvPr/>
        </p:nvSpPr>
        <p:spPr>
          <a:xfrm xmlns:a="http://schemas.openxmlformats.org/drawingml/2006/main">
            <a:off x="609600" y="6210300"/>
            <a:ext cx="1019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67074"/>
                </a:solidFill>
                <a:latin typeface="Bitstream Charter"/>
                <a:ea typeface="Bitstream Charter"/>
                <a:cs typeface="Bitstream Charter"/>
              </a:defRPr>
            </a:defPPr>
            <a:lvl1pPr algn="l">
              <a:defRPr sz="1275" b="0">
                <a:solidFill>
                  <a:srgbClr val="567074"/>
                </a:solidFill>
                <a:latin typeface="Bitstream Charter"/>
                <a:ea typeface="Bitstream Charter"/>
                <a:cs typeface="Bitstream Charter"/>
              </a:defRPr>
            </a:lvl1pPr>
            <a:lvl2pPr algn="l">
              <a:defRPr sz="1275" b="0">
                <a:solidFill>
                  <a:srgbClr val="567074"/>
                </a:solidFill>
                <a:latin typeface="Bitstream Charter"/>
                <a:ea typeface="Bitstream Charter"/>
                <a:cs typeface="Bitstream Charter"/>
              </a:defRPr>
            </a:lvl2pPr>
            <a:lvl3pPr algn="l">
              <a:defRPr sz="1275" b="0">
                <a:solidFill>
                  <a:srgbClr val="567074"/>
                </a:solidFill>
                <a:latin typeface="Bitstream Charter"/>
                <a:ea typeface="Bitstream Charter"/>
                <a:cs typeface="Bitstream Charter"/>
              </a:defRPr>
            </a:lvl3pPr>
            <a:lvl4pPr algn="l">
              <a:defRPr sz="1275" b="0">
                <a:solidFill>
                  <a:srgbClr val="567074"/>
                </a:solidFill>
                <a:latin typeface="Bitstream Charter"/>
                <a:ea typeface="Bitstream Charter"/>
                <a:cs typeface="Bitstream Charter"/>
              </a:defRPr>
            </a:lvl4pPr>
            <a:lvl5pPr algn="l">
              <a:defRPr sz="1275" b="0">
                <a:solidFill>
                  <a:srgbClr val="567074"/>
                </a:solidFill>
                <a:latin typeface="Bitstream Charter"/>
                <a:ea typeface="Bitstream Charter"/>
                <a:cs typeface="Bitstream Charter"/>
              </a:defRPr>
            </a:lvl5pPr>
            <a:lvl6pPr algn="l">
              <a:defRPr sz="1275" b="0">
                <a:solidFill>
                  <a:srgbClr val="567074"/>
                </a:solidFill>
                <a:latin typeface="Bitstream Charter"/>
                <a:ea typeface="Bitstream Charter"/>
                <a:cs typeface="Bitstream Charter"/>
              </a:defRPr>
            </a:lvl6pPr>
            <a:lvl7pPr algn="l">
              <a:defRPr sz="1275" b="0">
                <a:solidFill>
                  <a:srgbClr val="567074"/>
                </a:solidFill>
                <a:latin typeface="Bitstream Charter"/>
                <a:ea typeface="Bitstream Charter"/>
                <a:cs typeface="Bitstream Charter"/>
              </a:defRPr>
            </a:lvl7pPr>
            <a:lvl8pPr algn="l">
              <a:defRPr sz="1275" b="0">
                <a:solidFill>
                  <a:srgbClr val="567074"/>
                </a:solidFill>
                <a:latin typeface="Bitstream Charter"/>
                <a:ea typeface="Bitstream Charter"/>
                <a:cs typeface="Bitstream Charter"/>
              </a:defRPr>
            </a:lvl8pPr>
            <a:lvl9pPr algn="l">
              <a:defRPr sz="1275" b="0">
                <a:solidFill>
                  <a:srgbClr val="567074"/>
                </a:solidFill>
                <a:latin typeface="Bitstream Charter"/>
                <a:ea typeface="Bitstream Charter"/>
                <a:cs typeface="Bitstream Charter"/>
              </a:defRPr>
            </a:lvl9pPr>
          </a:lstStyle>
          <a:p xmlns:a="http://schemas.openxmlformats.org/drawingml/2006/main">
            <a:pPr algn="l">
              <a:defRPr sz="1275" b="0">
                <a:solidFill>
                  <a:srgbClr val="567074"/>
                </a:solidFill>
                <a:latin typeface="Bitstream Charter"/>
                <a:ea typeface="Bitstream Charter"/>
                <a:cs typeface="Bitstream Charter"/>
              </a:defRPr>
            </a:pPr>
            <a:r>
              <a:rPr sz="1275" b="0">
                <a:solidFill>
                  <a:srgbClr val="567074"/>
                </a:solidFill>
                <a:latin typeface="Bitstream Charter"/>
                <a:ea typeface="Bitstream Charter"/>
                <a:cs typeface="Bitstream Charter"/>
              </a:rPr>
              <a:t>Prashant Sharma     HackSphere 3.0</a:t>
            </a:r>
          </a:p>
        </p:txBody>
      </p:sp>
    </p:spTree>
    <p:extLst>
      <p:ext uri="{BB962C8B-B14F-4D97-AF65-F5344CB8AC3E}">
        <p14:creationId xmlns:p14="http://schemas.microsoft.com/office/powerpoint/2010/main" val="17966474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2026-10-27T10:51:18.7550000Z</dcterms:created>
  <dcterms:modified xsi:type="dcterms:W3CDTF">2026-10-27T10:51:18.7550000Z</dcterms:modified>
</coreProperties>
</file>